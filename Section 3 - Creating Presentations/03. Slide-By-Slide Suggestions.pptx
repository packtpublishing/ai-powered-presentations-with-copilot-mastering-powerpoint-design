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9" d="100"/>
          <a:sy n="99" d="100"/>
        </p:scale>
        <p:origin x="1248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BulletTimelineColorVariant1">
  <dgm:title val="Bullet Timeline Color Variant 1"/>
  <dgm:desc val="Bullet Timeline Color Variant 1"/>
  <dgm:catLst>
    <dgm:cat type="Other" pri="2"/>
  </dgm:catLst>
  <dgm:styleLbl name="node0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lnNode1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dk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>
        <a:lumMod val="20000"/>
        <a:lumOff val="80000"/>
      </a:schemeClr>
    </dgm:fillClrLst>
    <dgm:linClrLst meth="repeat">
      <a:schemeClr val="tx1"/>
    </dgm:linClrLst>
    <dgm:effectClrLst/>
    <dgm:txLinClrLst/>
    <dgm:txFillClrLst/>
    <dgm:txEffectClrLst/>
  </dgm:styleLbl>
  <dgm:styleLbl name="node3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dk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1">
        <a:alpha val="90000"/>
        <a:tint val="40000"/>
      </a:schemeClr>
    </dgm:fillClrLst>
    <dgm:linClrLst meth="repeat">
      <a:schemeClr val="dk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1">
        <a:alpha val="90000"/>
        <a:tint val="40000"/>
      </a:schemeClr>
    </dgm:fillClrLst>
    <dgm:linClrLst meth="repeat">
      <a:schemeClr val="dk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1">
        <a:alpha val="90000"/>
        <a:tint val="40000"/>
      </a:schemeClr>
    </dgm:fillClrLst>
    <dgm:linClrLst meth="repeat">
      <a:schemeClr val="dk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A9F62A-9C93-4D91-A38D-ADABB50588CA}" type="doc">
      <dgm:prSet loTypeId="urn:microsoft.com/office/officeart/2024/3/layout/BulletTimelineVariant1" loCatId="Timeline" qsTypeId="urn:microsoft.com/office/officeart/2005/8/quickstyle/simple1" qsCatId="simple" csTypeId="urn:microsoft.com/office/officeart/2005/8/colors/BulletTimelineColorVariant1" csCatId="other" phldr="1"/>
      <dgm:spPr/>
      <dgm:t>
        <a:bodyPr/>
        <a:lstStyle/>
        <a:p>
          <a:endParaRPr lang="en-US"/>
        </a:p>
      </dgm:t>
    </dgm:pt>
    <dgm:pt modelId="{00CD5561-32BF-486A-9BF0-B0C70A65F927}">
      <dgm:prSet/>
      <dgm:spPr/>
      <dgm:t>
        <a:bodyPr/>
        <a:lstStyle/>
        <a:p>
          <a:pPr>
            <a:defRPr b="1"/>
          </a:pPr>
          <a:r>
            <a:rPr lang="en-US"/>
            <a:t>Add an event</a:t>
          </a:r>
        </a:p>
      </dgm:t>
    </dgm:pt>
    <dgm:pt modelId="{C4006984-9A3D-45F3-85F0-E777ED7484E0}" type="parTrans" cxnId="{0D7D901B-C419-4864-B70B-C7A3282629E8}">
      <dgm:prSet/>
      <dgm:spPr/>
      <dgm:t>
        <a:bodyPr/>
        <a:lstStyle/>
        <a:p>
          <a:endParaRPr lang="en-US"/>
        </a:p>
      </dgm:t>
    </dgm:pt>
    <dgm:pt modelId="{4F987BA8-683C-476C-9C6B-0A66FCCDC34F}" type="sibTrans" cxnId="{0D7D901B-C419-4864-B70B-C7A3282629E8}">
      <dgm:prSet/>
      <dgm:spPr/>
      <dgm:t>
        <a:bodyPr/>
        <a:lstStyle/>
        <a:p>
          <a:endParaRPr lang="en-US"/>
        </a:p>
      </dgm:t>
    </dgm:pt>
    <dgm:pt modelId="{2164821E-475A-444C-A4C6-E4D3FCA83E92}">
      <dgm:prSet/>
      <dgm:spPr/>
      <dgm:t>
        <a:bodyPr/>
        <a:lstStyle/>
        <a:p>
          <a:r>
            <a:rPr lang="en-US"/>
            <a:t>Write a description of the significance of this event</a:t>
          </a:r>
        </a:p>
      </dgm:t>
    </dgm:pt>
    <dgm:pt modelId="{1C1D4A67-7FFB-45F4-B295-68B2D0F539BE}" type="parTrans" cxnId="{E837BE7C-46B2-411A-9604-CE90D714131F}">
      <dgm:prSet/>
      <dgm:spPr/>
      <dgm:t>
        <a:bodyPr/>
        <a:lstStyle/>
        <a:p>
          <a:endParaRPr lang="en-US"/>
        </a:p>
      </dgm:t>
    </dgm:pt>
    <dgm:pt modelId="{20065E8D-81D6-4F14-9C8D-9D4621FCB334}" type="sibTrans" cxnId="{E837BE7C-46B2-411A-9604-CE90D714131F}">
      <dgm:prSet/>
      <dgm:spPr/>
      <dgm:t>
        <a:bodyPr/>
        <a:lstStyle/>
        <a:p>
          <a:endParaRPr lang="en-US"/>
        </a:p>
      </dgm:t>
    </dgm:pt>
    <dgm:pt modelId="{17F8688F-5340-487E-B94E-8C1D9DB0E257}">
      <dgm:prSet/>
      <dgm:spPr/>
      <dgm:t>
        <a:bodyPr/>
        <a:lstStyle/>
        <a:p>
          <a:pPr>
            <a:defRPr b="1"/>
          </a:pPr>
          <a:r>
            <a:rPr lang="en-US"/>
            <a:t>Add an event</a:t>
          </a:r>
        </a:p>
      </dgm:t>
    </dgm:pt>
    <dgm:pt modelId="{68C10853-9F44-4823-B879-91E17B81043B}" type="parTrans" cxnId="{97C0498D-0143-4264-B137-F4DCE4912283}">
      <dgm:prSet/>
      <dgm:spPr/>
      <dgm:t>
        <a:bodyPr/>
        <a:lstStyle/>
        <a:p>
          <a:endParaRPr lang="en-US"/>
        </a:p>
      </dgm:t>
    </dgm:pt>
    <dgm:pt modelId="{54292285-DF6A-4F4E-A0B7-CF36DE5C521A}" type="sibTrans" cxnId="{97C0498D-0143-4264-B137-F4DCE4912283}">
      <dgm:prSet/>
      <dgm:spPr/>
      <dgm:t>
        <a:bodyPr/>
        <a:lstStyle/>
        <a:p>
          <a:endParaRPr lang="en-US"/>
        </a:p>
      </dgm:t>
    </dgm:pt>
    <dgm:pt modelId="{CA3007FC-455C-4E7D-9EC7-A2D0048EC8C1}">
      <dgm:prSet/>
      <dgm:spPr/>
      <dgm:t>
        <a:bodyPr/>
        <a:lstStyle/>
        <a:p>
          <a:r>
            <a:rPr lang="en-US"/>
            <a:t>Write a description of the significance of this event</a:t>
          </a:r>
        </a:p>
      </dgm:t>
    </dgm:pt>
    <dgm:pt modelId="{44C10C25-872E-45EC-B572-53EDE02624F4}" type="parTrans" cxnId="{FD9ADD38-CDB6-42F1-83BF-9D617002DA5A}">
      <dgm:prSet/>
      <dgm:spPr/>
      <dgm:t>
        <a:bodyPr/>
        <a:lstStyle/>
        <a:p>
          <a:endParaRPr lang="en-US"/>
        </a:p>
      </dgm:t>
    </dgm:pt>
    <dgm:pt modelId="{2B242FC4-B9F2-4BF6-B670-DE6890BBCADE}" type="sibTrans" cxnId="{FD9ADD38-CDB6-42F1-83BF-9D617002DA5A}">
      <dgm:prSet/>
      <dgm:spPr/>
      <dgm:t>
        <a:bodyPr/>
        <a:lstStyle/>
        <a:p>
          <a:endParaRPr lang="en-US"/>
        </a:p>
      </dgm:t>
    </dgm:pt>
    <dgm:pt modelId="{4C90F39A-83F1-45CC-964B-6C7DA1A0EFFE}">
      <dgm:prSet/>
      <dgm:spPr/>
      <dgm:t>
        <a:bodyPr/>
        <a:lstStyle/>
        <a:p>
          <a:pPr>
            <a:defRPr b="1"/>
          </a:pPr>
          <a:r>
            <a:rPr lang="en-US"/>
            <a:t>Add an event</a:t>
          </a:r>
        </a:p>
      </dgm:t>
    </dgm:pt>
    <dgm:pt modelId="{81707FA8-D0C6-47F0-9ABE-38D61B2F14FF}" type="parTrans" cxnId="{6E6E37E5-0F2F-4937-93C7-73A782924AEA}">
      <dgm:prSet/>
      <dgm:spPr/>
      <dgm:t>
        <a:bodyPr/>
        <a:lstStyle/>
        <a:p>
          <a:endParaRPr lang="en-US"/>
        </a:p>
      </dgm:t>
    </dgm:pt>
    <dgm:pt modelId="{A70D81FC-B3DF-4396-B4D0-F672AFE862A2}" type="sibTrans" cxnId="{6E6E37E5-0F2F-4937-93C7-73A782924AEA}">
      <dgm:prSet/>
      <dgm:spPr/>
      <dgm:t>
        <a:bodyPr/>
        <a:lstStyle/>
        <a:p>
          <a:endParaRPr lang="en-US"/>
        </a:p>
      </dgm:t>
    </dgm:pt>
    <dgm:pt modelId="{2E37AE91-76D6-42BD-92AF-AAF87449686D}">
      <dgm:prSet/>
      <dgm:spPr/>
      <dgm:t>
        <a:bodyPr/>
        <a:lstStyle/>
        <a:p>
          <a:r>
            <a:rPr lang="en-US"/>
            <a:t>Write a description of the significance of this event</a:t>
          </a:r>
        </a:p>
      </dgm:t>
    </dgm:pt>
    <dgm:pt modelId="{8C6F8C5A-DCC3-4222-B3E9-EABA50481D2C}" type="parTrans" cxnId="{9FC85A41-9694-4823-87D0-056E7EC79024}">
      <dgm:prSet/>
      <dgm:spPr/>
      <dgm:t>
        <a:bodyPr/>
        <a:lstStyle/>
        <a:p>
          <a:endParaRPr lang="en-US"/>
        </a:p>
      </dgm:t>
    </dgm:pt>
    <dgm:pt modelId="{DF17FF16-B63D-4A6A-8A38-81453F6D1BB9}" type="sibTrans" cxnId="{9FC85A41-9694-4823-87D0-056E7EC79024}">
      <dgm:prSet/>
      <dgm:spPr/>
      <dgm:t>
        <a:bodyPr/>
        <a:lstStyle/>
        <a:p>
          <a:endParaRPr lang="en-US"/>
        </a:p>
      </dgm:t>
    </dgm:pt>
    <dgm:pt modelId="{3451C8C7-F648-4CCF-AA6D-C59AA1A22F4B}">
      <dgm:prSet/>
      <dgm:spPr/>
      <dgm:t>
        <a:bodyPr/>
        <a:lstStyle/>
        <a:p>
          <a:pPr>
            <a:defRPr b="1"/>
          </a:pPr>
          <a:r>
            <a:rPr lang="en-US"/>
            <a:t>Add an event</a:t>
          </a:r>
        </a:p>
      </dgm:t>
    </dgm:pt>
    <dgm:pt modelId="{7C2B8134-A32A-4FC8-AA08-7161E03EE3A2}" type="parTrans" cxnId="{12B58BE0-425D-412D-A017-5A43ED6477BC}">
      <dgm:prSet/>
      <dgm:spPr/>
      <dgm:t>
        <a:bodyPr/>
        <a:lstStyle/>
        <a:p>
          <a:endParaRPr lang="en-US"/>
        </a:p>
      </dgm:t>
    </dgm:pt>
    <dgm:pt modelId="{94B47EA4-C49A-4633-AB9B-698BD1F6173F}" type="sibTrans" cxnId="{12B58BE0-425D-412D-A017-5A43ED6477BC}">
      <dgm:prSet/>
      <dgm:spPr/>
      <dgm:t>
        <a:bodyPr/>
        <a:lstStyle/>
        <a:p>
          <a:endParaRPr lang="en-US"/>
        </a:p>
      </dgm:t>
    </dgm:pt>
    <dgm:pt modelId="{268FE7E8-8B6E-49E5-B22C-0C84AA70E2C2}">
      <dgm:prSet/>
      <dgm:spPr/>
      <dgm:t>
        <a:bodyPr/>
        <a:lstStyle/>
        <a:p>
          <a:r>
            <a:rPr lang="en-US"/>
            <a:t>Write a description of the significance of this event</a:t>
          </a:r>
        </a:p>
      </dgm:t>
    </dgm:pt>
    <dgm:pt modelId="{0B063B5C-F571-452A-AD2D-3DC2CC65322F}" type="parTrans" cxnId="{1B78C622-849B-41A9-BF59-29B4A2EBEDFE}">
      <dgm:prSet/>
      <dgm:spPr/>
      <dgm:t>
        <a:bodyPr/>
        <a:lstStyle/>
        <a:p>
          <a:endParaRPr lang="en-US"/>
        </a:p>
      </dgm:t>
    </dgm:pt>
    <dgm:pt modelId="{22EDBFBC-54A7-4D86-B7B7-448832125860}" type="sibTrans" cxnId="{1B78C622-849B-41A9-BF59-29B4A2EBEDFE}">
      <dgm:prSet/>
      <dgm:spPr/>
      <dgm:t>
        <a:bodyPr/>
        <a:lstStyle/>
        <a:p>
          <a:endParaRPr lang="en-US"/>
        </a:p>
      </dgm:t>
    </dgm:pt>
    <dgm:pt modelId="{EB1BC5F3-0FB3-4C18-AAA3-12A5968EF43A}">
      <dgm:prSet/>
      <dgm:spPr/>
      <dgm:t>
        <a:bodyPr/>
        <a:lstStyle/>
        <a:p>
          <a:pPr>
            <a:defRPr b="1"/>
          </a:pPr>
          <a:r>
            <a:rPr lang="en-US"/>
            <a:t>Add an event</a:t>
          </a:r>
        </a:p>
      </dgm:t>
    </dgm:pt>
    <dgm:pt modelId="{F63ECF0C-A724-4F22-8B52-4E6DEA1CEE9E}" type="parTrans" cxnId="{E8DC00F6-649C-46B7-ADB4-849E29E5D910}">
      <dgm:prSet/>
      <dgm:spPr/>
      <dgm:t>
        <a:bodyPr/>
        <a:lstStyle/>
        <a:p>
          <a:endParaRPr lang="en-US"/>
        </a:p>
      </dgm:t>
    </dgm:pt>
    <dgm:pt modelId="{4A7231C9-BA6A-4B5C-82AA-F5F1473CCE4D}" type="sibTrans" cxnId="{E8DC00F6-649C-46B7-ADB4-849E29E5D910}">
      <dgm:prSet/>
      <dgm:spPr/>
      <dgm:t>
        <a:bodyPr/>
        <a:lstStyle/>
        <a:p>
          <a:endParaRPr lang="en-US"/>
        </a:p>
      </dgm:t>
    </dgm:pt>
    <dgm:pt modelId="{D8E37EEA-D228-4938-8063-A20938DA2C26}">
      <dgm:prSet/>
      <dgm:spPr/>
      <dgm:t>
        <a:bodyPr/>
        <a:lstStyle/>
        <a:p>
          <a:r>
            <a:rPr lang="en-US"/>
            <a:t>Write a description of the significance of this event</a:t>
          </a:r>
        </a:p>
      </dgm:t>
    </dgm:pt>
    <dgm:pt modelId="{89F02E15-F408-459A-BB72-473A53804ADB}" type="parTrans" cxnId="{0EF93C41-9C9D-494D-B765-2DC0C2D818F3}">
      <dgm:prSet/>
      <dgm:spPr/>
      <dgm:t>
        <a:bodyPr/>
        <a:lstStyle/>
        <a:p>
          <a:endParaRPr lang="en-US"/>
        </a:p>
      </dgm:t>
    </dgm:pt>
    <dgm:pt modelId="{EDA2878F-42EF-48A2-BE20-89335E59DEC6}" type="sibTrans" cxnId="{0EF93C41-9C9D-494D-B765-2DC0C2D818F3}">
      <dgm:prSet/>
      <dgm:spPr/>
      <dgm:t>
        <a:bodyPr/>
        <a:lstStyle/>
        <a:p>
          <a:endParaRPr lang="en-US"/>
        </a:p>
      </dgm:t>
    </dgm:pt>
    <dgm:pt modelId="{3497DEA9-AC6C-4858-B1FD-E6CE8B29CBE4}" type="pres">
      <dgm:prSet presAssocID="{1CA9F62A-9C93-4D91-A38D-ADABB50588CA}" presName="root" presStyleCnt="0">
        <dgm:presLayoutVars>
          <dgm:chMax/>
          <dgm:chPref/>
          <dgm:animLvl val="lvl"/>
        </dgm:presLayoutVars>
      </dgm:prSet>
      <dgm:spPr/>
    </dgm:pt>
    <dgm:pt modelId="{95AAA198-55DC-4BBF-9629-CCFB47881DAB}" type="pres">
      <dgm:prSet presAssocID="{1CA9F62A-9C93-4D91-A38D-ADABB50588CA}" presName="divider" presStyleLbl="fgAcc1" presStyleIdx="0" presStyleCnt="1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2267C2AB-6C4C-41C4-9D31-969389935C0E}" type="pres">
      <dgm:prSet presAssocID="{1CA9F62A-9C93-4D91-A38D-ADABB50588CA}" presName="nodes" presStyleCnt="0">
        <dgm:presLayoutVars>
          <dgm:chMax/>
          <dgm:chPref/>
          <dgm:animLvl val="lvl"/>
        </dgm:presLayoutVars>
      </dgm:prSet>
      <dgm:spPr/>
    </dgm:pt>
    <dgm:pt modelId="{F6853A99-209C-4E7E-81D4-FA31A3B26232}" type="pres">
      <dgm:prSet presAssocID="{00CD5561-32BF-486A-9BF0-B0C70A65F927}" presName="composite" presStyleCnt="0"/>
      <dgm:spPr/>
    </dgm:pt>
    <dgm:pt modelId="{E3C25776-97E3-4645-8FB5-9D3D985C7F5D}" type="pres">
      <dgm:prSet presAssocID="{00CD5561-32BF-486A-9BF0-B0C70A65F927}" presName="ConnectorPoint" presStyleLbl="lnNode1" presStyleIdx="0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80F7B141-BA07-4DA4-8421-08C0878CD8B5}" type="pres">
      <dgm:prSet presAssocID="{00CD5561-32BF-486A-9BF0-B0C70A65F927}" presName="DropPinPlaceHolder" presStyleCnt="0"/>
      <dgm:spPr/>
    </dgm:pt>
    <dgm:pt modelId="{5FB37DA1-5512-4D70-91D2-C9370A892EBA}" type="pres">
      <dgm:prSet presAssocID="{00CD5561-32BF-486A-9BF0-B0C70A65F927}" presName="DropPin" presStyleLbl="revTx" presStyleIdx="0" presStyleCnt="15"/>
      <dgm:spPr/>
    </dgm:pt>
    <dgm:pt modelId="{AD70ED48-DA26-49F7-926D-C16677F082D5}" type="pres">
      <dgm:prSet presAssocID="{00CD5561-32BF-486A-9BF0-B0C70A65F927}" presName="Ellipse" presStyleLbl="node2" presStyleIdx="0" presStyleCnt="5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475C816-51C3-448D-B463-B664A886D3F6}" type="pres">
      <dgm:prSet presAssocID="{00CD5561-32BF-486A-9BF0-B0C70A65F927}" presName="L2TextContainer" presStyleLbl="revTx" presStyleIdx="1" presStyleCnt="15">
        <dgm:presLayoutVars>
          <dgm:bulletEnabled val="1"/>
        </dgm:presLayoutVars>
      </dgm:prSet>
      <dgm:spPr/>
    </dgm:pt>
    <dgm:pt modelId="{B7725B3E-A2B4-4246-97B2-6A88421944D6}" type="pres">
      <dgm:prSet presAssocID="{00CD5561-32BF-486A-9BF0-B0C70A65F927}" presName="L1TextContainer" presStyleLbl="revTx" presStyleIdx="2" presStyleCnt="15">
        <dgm:presLayoutVars>
          <dgm:chMax val="1"/>
          <dgm:chPref val="1"/>
          <dgm:bulletEnabled val="1"/>
        </dgm:presLayoutVars>
      </dgm:prSet>
      <dgm:spPr/>
    </dgm:pt>
    <dgm:pt modelId="{83C323A0-B90B-4DF9-BF7A-2A7BF16BA51B}" type="pres">
      <dgm:prSet presAssocID="{00CD5561-32BF-486A-9BF0-B0C70A65F927}" presName="ConnectLine" presStyleLbl="sibTrans1D1" presStyleIdx="0" presStyleCnt="5"/>
      <dgm:spPr/>
    </dgm:pt>
    <dgm:pt modelId="{90B63DCB-5EBE-405E-BE9E-74E4CEB81DF4}" type="pres">
      <dgm:prSet presAssocID="{00CD5561-32BF-486A-9BF0-B0C70A65F927}" presName="EmptyPlaceHolder" presStyleCnt="0"/>
      <dgm:spPr/>
    </dgm:pt>
    <dgm:pt modelId="{E3093761-35E4-45B7-B33F-8842E6FF1AF6}" type="pres">
      <dgm:prSet presAssocID="{4F987BA8-683C-476C-9C6B-0A66FCCDC34F}" presName="spaceBetweenRectangles" presStyleCnt="0"/>
      <dgm:spPr/>
    </dgm:pt>
    <dgm:pt modelId="{AFD5056C-1096-4C53-ABCC-F6DB2727F0BC}" type="pres">
      <dgm:prSet presAssocID="{17F8688F-5340-487E-B94E-8C1D9DB0E257}" presName="composite" presStyleCnt="0"/>
      <dgm:spPr/>
    </dgm:pt>
    <dgm:pt modelId="{C999AFE9-5990-4B20-A8B1-CC076976C846}" type="pres">
      <dgm:prSet presAssocID="{17F8688F-5340-487E-B94E-8C1D9DB0E257}" presName="ConnectorPoint" presStyleLbl="lnNode1" presStyleIdx="1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E8D82222-75DE-4AF5-B656-2851DC7B423D}" type="pres">
      <dgm:prSet presAssocID="{17F8688F-5340-487E-B94E-8C1D9DB0E257}" presName="DropPinPlaceHolder" presStyleCnt="0"/>
      <dgm:spPr/>
    </dgm:pt>
    <dgm:pt modelId="{879A5E5B-37D8-4B7B-A9EB-BE94DD96CCF4}" type="pres">
      <dgm:prSet presAssocID="{17F8688F-5340-487E-B94E-8C1D9DB0E257}" presName="DropPin" presStyleLbl="revTx" presStyleIdx="3" presStyleCnt="15"/>
      <dgm:spPr/>
    </dgm:pt>
    <dgm:pt modelId="{B0B7E4B7-DA74-4DE8-967E-0D08119B002D}" type="pres">
      <dgm:prSet presAssocID="{17F8688F-5340-487E-B94E-8C1D9DB0E257}" presName="Ellipse" presStyleLbl="node2" presStyleIdx="1" presStyleCnt="5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3C89F95-F522-4E6E-A9EC-8D3CC8BCE92F}" type="pres">
      <dgm:prSet presAssocID="{17F8688F-5340-487E-B94E-8C1D9DB0E257}" presName="L2TextContainer" presStyleLbl="revTx" presStyleIdx="4" presStyleCnt="15">
        <dgm:presLayoutVars>
          <dgm:bulletEnabled val="1"/>
        </dgm:presLayoutVars>
      </dgm:prSet>
      <dgm:spPr/>
    </dgm:pt>
    <dgm:pt modelId="{B21319CB-A11D-4C2C-A30A-DDDB97DEE2A1}" type="pres">
      <dgm:prSet presAssocID="{17F8688F-5340-487E-B94E-8C1D9DB0E257}" presName="L1TextContainer" presStyleLbl="revTx" presStyleIdx="5" presStyleCnt="15">
        <dgm:presLayoutVars>
          <dgm:chMax val="1"/>
          <dgm:chPref val="1"/>
          <dgm:bulletEnabled val="1"/>
        </dgm:presLayoutVars>
      </dgm:prSet>
      <dgm:spPr/>
    </dgm:pt>
    <dgm:pt modelId="{E848C8C9-1ABB-4D18-A2D7-2B36E7F2070C}" type="pres">
      <dgm:prSet presAssocID="{17F8688F-5340-487E-B94E-8C1D9DB0E257}" presName="ConnectLine" presStyleLbl="sibTrans1D1" presStyleIdx="1" presStyleCnt="5"/>
      <dgm:spPr/>
    </dgm:pt>
    <dgm:pt modelId="{677C1618-B7D5-4944-94A9-065B2BD2574F}" type="pres">
      <dgm:prSet presAssocID="{17F8688F-5340-487E-B94E-8C1D9DB0E257}" presName="EmptyPlaceHolder" presStyleCnt="0"/>
      <dgm:spPr/>
    </dgm:pt>
    <dgm:pt modelId="{670729A2-FFF0-4DE6-B3FE-38C46DCCF857}" type="pres">
      <dgm:prSet presAssocID="{54292285-DF6A-4F4E-A0B7-CF36DE5C521A}" presName="spaceBetweenRectangles" presStyleCnt="0"/>
      <dgm:spPr/>
    </dgm:pt>
    <dgm:pt modelId="{BA46C2AC-0BEE-42C2-B3E1-375AD7EF94E1}" type="pres">
      <dgm:prSet presAssocID="{4C90F39A-83F1-45CC-964B-6C7DA1A0EFFE}" presName="composite" presStyleCnt="0"/>
      <dgm:spPr/>
    </dgm:pt>
    <dgm:pt modelId="{1EC47224-A70C-4042-95B5-3F161ED212C3}" type="pres">
      <dgm:prSet presAssocID="{4C90F39A-83F1-45CC-964B-6C7DA1A0EFFE}" presName="ConnectorPoint" presStyleLbl="lnNode1" presStyleIdx="2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3A63EB09-70D5-4F2F-9844-97406D22AED1}" type="pres">
      <dgm:prSet presAssocID="{4C90F39A-83F1-45CC-964B-6C7DA1A0EFFE}" presName="DropPinPlaceHolder" presStyleCnt="0"/>
      <dgm:spPr/>
    </dgm:pt>
    <dgm:pt modelId="{036B0063-453E-406F-84A5-B0AF8752C83A}" type="pres">
      <dgm:prSet presAssocID="{4C90F39A-83F1-45CC-964B-6C7DA1A0EFFE}" presName="DropPin" presStyleLbl="revTx" presStyleIdx="6" presStyleCnt="15"/>
      <dgm:spPr/>
    </dgm:pt>
    <dgm:pt modelId="{98408A99-5AAC-493E-8DB0-15240A99DDAA}" type="pres">
      <dgm:prSet presAssocID="{4C90F39A-83F1-45CC-964B-6C7DA1A0EFFE}" presName="Ellipse" presStyleLbl="node2" presStyleIdx="2" presStyleCnt="5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753AB2A2-5DB4-4704-A9A1-C23F3A02DF78}" type="pres">
      <dgm:prSet presAssocID="{4C90F39A-83F1-45CC-964B-6C7DA1A0EFFE}" presName="L2TextContainer" presStyleLbl="revTx" presStyleIdx="7" presStyleCnt="15">
        <dgm:presLayoutVars>
          <dgm:bulletEnabled val="1"/>
        </dgm:presLayoutVars>
      </dgm:prSet>
      <dgm:spPr/>
    </dgm:pt>
    <dgm:pt modelId="{EE98F3D4-0EF1-4BE9-926D-472EEEF0D4F0}" type="pres">
      <dgm:prSet presAssocID="{4C90F39A-83F1-45CC-964B-6C7DA1A0EFFE}" presName="L1TextContainer" presStyleLbl="revTx" presStyleIdx="8" presStyleCnt="15">
        <dgm:presLayoutVars>
          <dgm:chMax val="1"/>
          <dgm:chPref val="1"/>
          <dgm:bulletEnabled val="1"/>
        </dgm:presLayoutVars>
      </dgm:prSet>
      <dgm:spPr/>
    </dgm:pt>
    <dgm:pt modelId="{C4B02A53-2420-47BC-AEBC-9B969130E3D2}" type="pres">
      <dgm:prSet presAssocID="{4C90F39A-83F1-45CC-964B-6C7DA1A0EFFE}" presName="ConnectLine" presStyleLbl="sibTrans1D1" presStyleIdx="2" presStyleCnt="5"/>
      <dgm:spPr/>
    </dgm:pt>
    <dgm:pt modelId="{765E1D0B-BB50-466A-97E6-D10E428CA9DC}" type="pres">
      <dgm:prSet presAssocID="{4C90F39A-83F1-45CC-964B-6C7DA1A0EFFE}" presName="EmptyPlaceHolder" presStyleCnt="0"/>
      <dgm:spPr/>
    </dgm:pt>
    <dgm:pt modelId="{E0D71711-B4A0-4000-834C-8F60D8CAA7BE}" type="pres">
      <dgm:prSet presAssocID="{A70D81FC-B3DF-4396-B4D0-F672AFE862A2}" presName="spaceBetweenRectangles" presStyleCnt="0"/>
      <dgm:spPr/>
    </dgm:pt>
    <dgm:pt modelId="{555976A7-A53C-4B15-BC50-471C4437E98A}" type="pres">
      <dgm:prSet presAssocID="{3451C8C7-F648-4CCF-AA6D-C59AA1A22F4B}" presName="composite" presStyleCnt="0"/>
      <dgm:spPr/>
    </dgm:pt>
    <dgm:pt modelId="{D5AA8B75-E634-46A6-BF01-775E41C7FB2F}" type="pres">
      <dgm:prSet presAssocID="{3451C8C7-F648-4CCF-AA6D-C59AA1A22F4B}" presName="ConnectorPoint" presStyleLbl="lnNode1" presStyleIdx="3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8399EE80-B932-42EE-9E08-CE828516BF0C}" type="pres">
      <dgm:prSet presAssocID="{3451C8C7-F648-4CCF-AA6D-C59AA1A22F4B}" presName="DropPinPlaceHolder" presStyleCnt="0"/>
      <dgm:spPr/>
    </dgm:pt>
    <dgm:pt modelId="{64B1CCDF-BF70-437C-88B2-A86C62A79401}" type="pres">
      <dgm:prSet presAssocID="{3451C8C7-F648-4CCF-AA6D-C59AA1A22F4B}" presName="DropPin" presStyleLbl="revTx" presStyleIdx="9" presStyleCnt="15"/>
      <dgm:spPr/>
    </dgm:pt>
    <dgm:pt modelId="{381C5AE5-A86F-46D4-AF20-D8CD2DF6FF2F}" type="pres">
      <dgm:prSet presAssocID="{3451C8C7-F648-4CCF-AA6D-C59AA1A22F4B}" presName="Ellipse" presStyleLbl="node2" presStyleIdx="3" presStyleCnt="5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2AE05BAB-37D8-4F50-B8B7-E1980ED27FEE}" type="pres">
      <dgm:prSet presAssocID="{3451C8C7-F648-4CCF-AA6D-C59AA1A22F4B}" presName="L2TextContainer" presStyleLbl="revTx" presStyleIdx="10" presStyleCnt="15">
        <dgm:presLayoutVars>
          <dgm:bulletEnabled val="1"/>
        </dgm:presLayoutVars>
      </dgm:prSet>
      <dgm:spPr/>
    </dgm:pt>
    <dgm:pt modelId="{5A461339-2B40-42C4-BB34-D3E8F7B67013}" type="pres">
      <dgm:prSet presAssocID="{3451C8C7-F648-4CCF-AA6D-C59AA1A22F4B}" presName="L1TextContainer" presStyleLbl="revTx" presStyleIdx="11" presStyleCnt="15">
        <dgm:presLayoutVars>
          <dgm:chMax val="1"/>
          <dgm:chPref val="1"/>
          <dgm:bulletEnabled val="1"/>
        </dgm:presLayoutVars>
      </dgm:prSet>
      <dgm:spPr/>
    </dgm:pt>
    <dgm:pt modelId="{F1B45B68-1447-4118-A06A-5312B7556CB6}" type="pres">
      <dgm:prSet presAssocID="{3451C8C7-F648-4CCF-AA6D-C59AA1A22F4B}" presName="ConnectLine" presStyleLbl="sibTrans1D1" presStyleIdx="3" presStyleCnt="5"/>
      <dgm:spPr/>
    </dgm:pt>
    <dgm:pt modelId="{1FF0491C-6A95-4655-83DD-19355898ACB5}" type="pres">
      <dgm:prSet presAssocID="{3451C8C7-F648-4CCF-AA6D-C59AA1A22F4B}" presName="EmptyPlaceHolder" presStyleCnt="0"/>
      <dgm:spPr/>
    </dgm:pt>
    <dgm:pt modelId="{4BF8F825-D366-4F7D-87AE-BC0E2DD52C02}" type="pres">
      <dgm:prSet presAssocID="{94B47EA4-C49A-4633-AB9B-698BD1F6173F}" presName="spaceBetweenRectangles" presStyleCnt="0"/>
      <dgm:spPr/>
    </dgm:pt>
    <dgm:pt modelId="{C8A921D1-117A-4363-A522-040D4C98A75E}" type="pres">
      <dgm:prSet presAssocID="{EB1BC5F3-0FB3-4C18-AAA3-12A5968EF43A}" presName="composite" presStyleCnt="0"/>
      <dgm:spPr/>
    </dgm:pt>
    <dgm:pt modelId="{D2B0765F-B450-43FB-9D0F-71599EA52152}" type="pres">
      <dgm:prSet presAssocID="{EB1BC5F3-0FB3-4C18-AAA3-12A5968EF43A}" presName="ConnectorPoint" presStyleLbl="lnNode1" presStyleIdx="4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F0580CF-E479-4F1B-B86E-76114B68B3C2}" type="pres">
      <dgm:prSet presAssocID="{EB1BC5F3-0FB3-4C18-AAA3-12A5968EF43A}" presName="DropPinPlaceHolder" presStyleCnt="0"/>
      <dgm:spPr/>
    </dgm:pt>
    <dgm:pt modelId="{D9A3EC95-A6C3-46A7-B3C1-C19F504BB188}" type="pres">
      <dgm:prSet presAssocID="{EB1BC5F3-0FB3-4C18-AAA3-12A5968EF43A}" presName="DropPin" presStyleLbl="revTx" presStyleIdx="12" presStyleCnt="15"/>
      <dgm:spPr/>
    </dgm:pt>
    <dgm:pt modelId="{8960AA84-8DB5-48E9-B81C-5AC8E61A2A69}" type="pres">
      <dgm:prSet presAssocID="{EB1BC5F3-0FB3-4C18-AAA3-12A5968EF43A}" presName="Ellipse" presStyleLbl="node2" presStyleIdx="4" presStyleCnt="5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20B954F-EBDC-4856-831F-B959EA5E790F}" type="pres">
      <dgm:prSet presAssocID="{EB1BC5F3-0FB3-4C18-AAA3-12A5968EF43A}" presName="L2TextContainer" presStyleLbl="revTx" presStyleIdx="13" presStyleCnt="15">
        <dgm:presLayoutVars>
          <dgm:bulletEnabled val="1"/>
        </dgm:presLayoutVars>
      </dgm:prSet>
      <dgm:spPr/>
    </dgm:pt>
    <dgm:pt modelId="{81A8E7D8-1434-4B00-B87E-D2A870C06CBA}" type="pres">
      <dgm:prSet presAssocID="{EB1BC5F3-0FB3-4C18-AAA3-12A5968EF43A}" presName="L1TextContainer" presStyleLbl="revTx" presStyleIdx="14" presStyleCnt="15">
        <dgm:presLayoutVars>
          <dgm:chMax val="1"/>
          <dgm:chPref val="1"/>
          <dgm:bulletEnabled val="1"/>
        </dgm:presLayoutVars>
      </dgm:prSet>
      <dgm:spPr/>
    </dgm:pt>
    <dgm:pt modelId="{B0878285-BE79-47F3-882B-C43D5AE40AB9}" type="pres">
      <dgm:prSet presAssocID="{EB1BC5F3-0FB3-4C18-AAA3-12A5968EF43A}" presName="ConnectLine" presStyleLbl="sibTrans1D1" presStyleIdx="4" presStyleCnt="5"/>
      <dgm:spPr/>
    </dgm:pt>
    <dgm:pt modelId="{94D9084F-A7F5-49F1-B54E-A3D5C7D98CCD}" type="pres">
      <dgm:prSet presAssocID="{EB1BC5F3-0FB3-4C18-AAA3-12A5968EF43A}" presName="EmptyPlaceHolder" presStyleCnt="0"/>
      <dgm:spPr/>
    </dgm:pt>
  </dgm:ptLst>
  <dgm:cxnLst>
    <dgm:cxn modelId="{7CC86011-A56F-4EB2-BBF2-AA85613EB193}" type="presOf" srcId="{CA3007FC-455C-4E7D-9EC7-A2D0048EC8C1}" destId="{63C89F95-F522-4E6E-A9EC-8D3CC8BCE92F}" srcOrd="0" destOrd="0" presId="urn:microsoft.com/office/officeart/2024/3/layout/BulletTimelineVariant1"/>
    <dgm:cxn modelId="{7A163919-99E0-4DAA-9EFC-9730D9EA9462}" type="presOf" srcId="{1CA9F62A-9C93-4D91-A38D-ADABB50588CA}" destId="{3497DEA9-AC6C-4858-B1FD-E6CE8B29CBE4}" srcOrd="0" destOrd="0" presId="urn:microsoft.com/office/officeart/2024/3/layout/BulletTimelineVariant1"/>
    <dgm:cxn modelId="{0D7D901B-C419-4864-B70B-C7A3282629E8}" srcId="{1CA9F62A-9C93-4D91-A38D-ADABB50588CA}" destId="{00CD5561-32BF-486A-9BF0-B0C70A65F927}" srcOrd="0" destOrd="0" parTransId="{C4006984-9A3D-45F3-85F0-E777ED7484E0}" sibTransId="{4F987BA8-683C-476C-9C6B-0A66FCCDC34F}"/>
    <dgm:cxn modelId="{1B78C622-849B-41A9-BF59-29B4A2EBEDFE}" srcId="{3451C8C7-F648-4CCF-AA6D-C59AA1A22F4B}" destId="{268FE7E8-8B6E-49E5-B22C-0C84AA70E2C2}" srcOrd="0" destOrd="0" parTransId="{0B063B5C-F571-452A-AD2D-3DC2CC65322F}" sibTransId="{22EDBFBC-54A7-4D86-B7B7-448832125860}"/>
    <dgm:cxn modelId="{FD9ADD38-CDB6-42F1-83BF-9D617002DA5A}" srcId="{17F8688F-5340-487E-B94E-8C1D9DB0E257}" destId="{CA3007FC-455C-4E7D-9EC7-A2D0048EC8C1}" srcOrd="0" destOrd="0" parTransId="{44C10C25-872E-45EC-B572-53EDE02624F4}" sibTransId="{2B242FC4-B9F2-4BF6-B670-DE6890BBCADE}"/>
    <dgm:cxn modelId="{0EF93C41-9C9D-494D-B765-2DC0C2D818F3}" srcId="{EB1BC5F3-0FB3-4C18-AAA3-12A5968EF43A}" destId="{D8E37EEA-D228-4938-8063-A20938DA2C26}" srcOrd="0" destOrd="0" parTransId="{89F02E15-F408-459A-BB72-473A53804ADB}" sibTransId="{EDA2878F-42EF-48A2-BE20-89335E59DEC6}"/>
    <dgm:cxn modelId="{9FC85A41-9694-4823-87D0-056E7EC79024}" srcId="{4C90F39A-83F1-45CC-964B-6C7DA1A0EFFE}" destId="{2E37AE91-76D6-42BD-92AF-AAF87449686D}" srcOrd="0" destOrd="0" parTransId="{8C6F8C5A-DCC3-4222-B3E9-EABA50481D2C}" sibTransId="{DF17FF16-B63D-4A6A-8A38-81453F6D1BB9}"/>
    <dgm:cxn modelId="{E837BE7C-46B2-411A-9604-CE90D714131F}" srcId="{00CD5561-32BF-486A-9BF0-B0C70A65F927}" destId="{2164821E-475A-444C-A4C6-E4D3FCA83E92}" srcOrd="0" destOrd="0" parTransId="{1C1D4A67-7FFB-45F4-B295-68B2D0F539BE}" sibTransId="{20065E8D-81D6-4F14-9C8D-9D4621FCB334}"/>
    <dgm:cxn modelId="{94127483-218B-4A73-9346-F4F165203458}" type="presOf" srcId="{00CD5561-32BF-486A-9BF0-B0C70A65F927}" destId="{B7725B3E-A2B4-4246-97B2-6A88421944D6}" srcOrd="0" destOrd="0" presId="urn:microsoft.com/office/officeart/2024/3/layout/BulletTimelineVariant1"/>
    <dgm:cxn modelId="{97C0498D-0143-4264-B137-F4DCE4912283}" srcId="{1CA9F62A-9C93-4D91-A38D-ADABB50588CA}" destId="{17F8688F-5340-487E-B94E-8C1D9DB0E257}" srcOrd="1" destOrd="0" parTransId="{68C10853-9F44-4823-B879-91E17B81043B}" sibTransId="{54292285-DF6A-4F4E-A0B7-CF36DE5C521A}"/>
    <dgm:cxn modelId="{CCDFE898-3786-4A12-A5DA-A607E325C033}" type="presOf" srcId="{2164821E-475A-444C-A4C6-E4D3FCA83E92}" destId="{1475C816-51C3-448D-B463-B664A886D3F6}" srcOrd="0" destOrd="0" presId="urn:microsoft.com/office/officeart/2024/3/layout/BulletTimelineVariant1"/>
    <dgm:cxn modelId="{E4EA7BA9-ACB2-42F3-9EA1-3C582FA1CDD6}" type="presOf" srcId="{D8E37EEA-D228-4938-8063-A20938DA2C26}" destId="{620B954F-EBDC-4856-831F-B959EA5E790F}" srcOrd="0" destOrd="0" presId="urn:microsoft.com/office/officeart/2024/3/layout/BulletTimelineVariant1"/>
    <dgm:cxn modelId="{4F577CB3-6FA7-4B5A-8B3C-E20687C759A0}" type="presOf" srcId="{4C90F39A-83F1-45CC-964B-6C7DA1A0EFFE}" destId="{EE98F3D4-0EF1-4BE9-926D-472EEEF0D4F0}" srcOrd="0" destOrd="0" presId="urn:microsoft.com/office/officeart/2024/3/layout/BulletTimelineVariant1"/>
    <dgm:cxn modelId="{2625E6C2-8A8A-4765-81EC-446574F2A0E1}" type="presOf" srcId="{2E37AE91-76D6-42BD-92AF-AAF87449686D}" destId="{753AB2A2-5DB4-4704-A9A1-C23F3A02DF78}" srcOrd="0" destOrd="0" presId="urn:microsoft.com/office/officeart/2024/3/layout/BulletTimelineVariant1"/>
    <dgm:cxn modelId="{129C01DE-8566-42F7-AAB1-C8FBA1BEAFE1}" type="presOf" srcId="{3451C8C7-F648-4CCF-AA6D-C59AA1A22F4B}" destId="{5A461339-2B40-42C4-BB34-D3E8F7B67013}" srcOrd="0" destOrd="0" presId="urn:microsoft.com/office/officeart/2024/3/layout/BulletTimelineVariant1"/>
    <dgm:cxn modelId="{12B58BE0-425D-412D-A017-5A43ED6477BC}" srcId="{1CA9F62A-9C93-4D91-A38D-ADABB50588CA}" destId="{3451C8C7-F648-4CCF-AA6D-C59AA1A22F4B}" srcOrd="3" destOrd="0" parTransId="{7C2B8134-A32A-4FC8-AA08-7161E03EE3A2}" sibTransId="{94B47EA4-C49A-4633-AB9B-698BD1F6173F}"/>
    <dgm:cxn modelId="{6E6E37E5-0F2F-4937-93C7-73A782924AEA}" srcId="{1CA9F62A-9C93-4D91-A38D-ADABB50588CA}" destId="{4C90F39A-83F1-45CC-964B-6C7DA1A0EFFE}" srcOrd="2" destOrd="0" parTransId="{81707FA8-D0C6-47F0-9ABE-38D61B2F14FF}" sibTransId="{A70D81FC-B3DF-4396-B4D0-F672AFE862A2}"/>
    <dgm:cxn modelId="{900232EB-AA81-4788-8A6D-FFBB796EFFE1}" type="presOf" srcId="{17F8688F-5340-487E-B94E-8C1D9DB0E257}" destId="{B21319CB-A11D-4C2C-A30A-DDDB97DEE2A1}" srcOrd="0" destOrd="0" presId="urn:microsoft.com/office/officeart/2024/3/layout/BulletTimelineVariant1"/>
    <dgm:cxn modelId="{72C86EF1-A822-4F60-B565-30A805DD6C9F}" type="presOf" srcId="{268FE7E8-8B6E-49E5-B22C-0C84AA70E2C2}" destId="{2AE05BAB-37D8-4F50-B8B7-E1980ED27FEE}" srcOrd="0" destOrd="0" presId="urn:microsoft.com/office/officeart/2024/3/layout/BulletTimelineVariant1"/>
    <dgm:cxn modelId="{2C1C46F2-296B-46D4-8351-6EB5C60B1E9A}" type="presOf" srcId="{EB1BC5F3-0FB3-4C18-AAA3-12A5968EF43A}" destId="{81A8E7D8-1434-4B00-B87E-D2A870C06CBA}" srcOrd="0" destOrd="0" presId="urn:microsoft.com/office/officeart/2024/3/layout/BulletTimelineVariant1"/>
    <dgm:cxn modelId="{E8DC00F6-649C-46B7-ADB4-849E29E5D910}" srcId="{1CA9F62A-9C93-4D91-A38D-ADABB50588CA}" destId="{EB1BC5F3-0FB3-4C18-AAA3-12A5968EF43A}" srcOrd="4" destOrd="0" parTransId="{F63ECF0C-A724-4F22-8B52-4E6DEA1CEE9E}" sibTransId="{4A7231C9-BA6A-4B5C-82AA-F5F1473CCE4D}"/>
    <dgm:cxn modelId="{D867D521-AB94-43C1-BD37-5DB7A5F7413D}" type="presParOf" srcId="{3497DEA9-AC6C-4858-B1FD-E6CE8B29CBE4}" destId="{95AAA198-55DC-4BBF-9629-CCFB47881DAB}" srcOrd="0" destOrd="0" presId="urn:microsoft.com/office/officeart/2024/3/layout/BulletTimelineVariant1"/>
    <dgm:cxn modelId="{06E9FD5F-E908-4D36-B7E0-2E5B7DA34D23}" type="presParOf" srcId="{3497DEA9-AC6C-4858-B1FD-E6CE8B29CBE4}" destId="{2267C2AB-6C4C-41C4-9D31-969389935C0E}" srcOrd="1" destOrd="0" presId="urn:microsoft.com/office/officeart/2024/3/layout/BulletTimelineVariant1"/>
    <dgm:cxn modelId="{9D38573F-51B5-4003-A638-8EF514F3C307}" type="presParOf" srcId="{2267C2AB-6C4C-41C4-9D31-969389935C0E}" destId="{F6853A99-209C-4E7E-81D4-FA31A3B26232}" srcOrd="0" destOrd="0" presId="urn:microsoft.com/office/officeart/2024/3/layout/BulletTimelineVariant1"/>
    <dgm:cxn modelId="{B6A30B75-AA40-4E52-947F-193EE6E59F0F}" type="presParOf" srcId="{F6853A99-209C-4E7E-81D4-FA31A3B26232}" destId="{E3C25776-97E3-4645-8FB5-9D3D985C7F5D}" srcOrd="0" destOrd="0" presId="urn:microsoft.com/office/officeart/2024/3/layout/BulletTimelineVariant1"/>
    <dgm:cxn modelId="{6A40B420-F470-4A8C-85EF-5EBA19359582}" type="presParOf" srcId="{F6853A99-209C-4E7E-81D4-FA31A3B26232}" destId="{80F7B141-BA07-4DA4-8421-08C0878CD8B5}" srcOrd="1" destOrd="0" presId="urn:microsoft.com/office/officeart/2024/3/layout/BulletTimelineVariant1"/>
    <dgm:cxn modelId="{B5AF09A4-3D6E-42CE-9DDF-3D9BF9E7E8B3}" type="presParOf" srcId="{80F7B141-BA07-4DA4-8421-08C0878CD8B5}" destId="{5FB37DA1-5512-4D70-91D2-C9370A892EBA}" srcOrd="0" destOrd="0" presId="urn:microsoft.com/office/officeart/2024/3/layout/BulletTimelineVariant1"/>
    <dgm:cxn modelId="{D4C6C0F4-090A-48EC-A06C-F64956FCD66E}" type="presParOf" srcId="{80F7B141-BA07-4DA4-8421-08C0878CD8B5}" destId="{AD70ED48-DA26-49F7-926D-C16677F082D5}" srcOrd="1" destOrd="0" presId="urn:microsoft.com/office/officeart/2024/3/layout/BulletTimelineVariant1"/>
    <dgm:cxn modelId="{A1543630-6D7D-461F-9092-8374A08995C7}" type="presParOf" srcId="{F6853A99-209C-4E7E-81D4-FA31A3B26232}" destId="{1475C816-51C3-448D-B463-B664A886D3F6}" srcOrd="2" destOrd="0" presId="urn:microsoft.com/office/officeart/2024/3/layout/BulletTimelineVariant1"/>
    <dgm:cxn modelId="{8EB0B69C-3454-4065-86DD-721541533D6A}" type="presParOf" srcId="{F6853A99-209C-4E7E-81D4-FA31A3B26232}" destId="{B7725B3E-A2B4-4246-97B2-6A88421944D6}" srcOrd="3" destOrd="0" presId="urn:microsoft.com/office/officeart/2024/3/layout/BulletTimelineVariant1"/>
    <dgm:cxn modelId="{4B1AAFA3-9672-49AD-B2F8-7A7456D68CF2}" type="presParOf" srcId="{F6853A99-209C-4E7E-81D4-FA31A3B26232}" destId="{83C323A0-B90B-4DF9-BF7A-2A7BF16BA51B}" srcOrd="4" destOrd="0" presId="urn:microsoft.com/office/officeart/2024/3/layout/BulletTimelineVariant1"/>
    <dgm:cxn modelId="{10BA4A61-BFD0-4CE3-B4A3-E658415D56D8}" type="presParOf" srcId="{F6853A99-209C-4E7E-81D4-FA31A3B26232}" destId="{90B63DCB-5EBE-405E-BE9E-74E4CEB81DF4}" srcOrd="5" destOrd="0" presId="urn:microsoft.com/office/officeart/2024/3/layout/BulletTimelineVariant1"/>
    <dgm:cxn modelId="{AE92B50C-345B-4F80-B8EE-226F560E26E3}" type="presParOf" srcId="{2267C2AB-6C4C-41C4-9D31-969389935C0E}" destId="{E3093761-35E4-45B7-B33F-8842E6FF1AF6}" srcOrd="1" destOrd="0" presId="urn:microsoft.com/office/officeart/2024/3/layout/BulletTimelineVariant1"/>
    <dgm:cxn modelId="{E25F8060-835B-40A2-A566-6F60C57C7914}" type="presParOf" srcId="{2267C2AB-6C4C-41C4-9D31-969389935C0E}" destId="{AFD5056C-1096-4C53-ABCC-F6DB2727F0BC}" srcOrd="2" destOrd="0" presId="urn:microsoft.com/office/officeart/2024/3/layout/BulletTimelineVariant1"/>
    <dgm:cxn modelId="{8688939D-92BE-43C9-BA22-7EE4CAE2DD56}" type="presParOf" srcId="{AFD5056C-1096-4C53-ABCC-F6DB2727F0BC}" destId="{C999AFE9-5990-4B20-A8B1-CC076976C846}" srcOrd="0" destOrd="0" presId="urn:microsoft.com/office/officeart/2024/3/layout/BulletTimelineVariant1"/>
    <dgm:cxn modelId="{1D842A6A-2D5C-4F48-943F-A2FFB1A86274}" type="presParOf" srcId="{AFD5056C-1096-4C53-ABCC-F6DB2727F0BC}" destId="{E8D82222-75DE-4AF5-B656-2851DC7B423D}" srcOrd="1" destOrd="0" presId="urn:microsoft.com/office/officeart/2024/3/layout/BulletTimelineVariant1"/>
    <dgm:cxn modelId="{6B01CEC1-E1E0-47B4-A6EA-6AE731A92462}" type="presParOf" srcId="{E8D82222-75DE-4AF5-B656-2851DC7B423D}" destId="{879A5E5B-37D8-4B7B-A9EB-BE94DD96CCF4}" srcOrd="0" destOrd="0" presId="urn:microsoft.com/office/officeart/2024/3/layout/BulletTimelineVariant1"/>
    <dgm:cxn modelId="{7B262816-8087-443B-8D70-05008328C531}" type="presParOf" srcId="{E8D82222-75DE-4AF5-B656-2851DC7B423D}" destId="{B0B7E4B7-DA74-4DE8-967E-0D08119B002D}" srcOrd="1" destOrd="0" presId="urn:microsoft.com/office/officeart/2024/3/layout/BulletTimelineVariant1"/>
    <dgm:cxn modelId="{38498E58-C103-4288-B8B1-CD5EB70F2BEE}" type="presParOf" srcId="{AFD5056C-1096-4C53-ABCC-F6DB2727F0BC}" destId="{63C89F95-F522-4E6E-A9EC-8D3CC8BCE92F}" srcOrd="2" destOrd="0" presId="urn:microsoft.com/office/officeart/2024/3/layout/BulletTimelineVariant1"/>
    <dgm:cxn modelId="{398DAE9A-96BE-4556-A04C-D900E6902205}" type="presParOf" srcId="{AFD5056C-1096-4C53-ABCC-F6DB2727F0BC}" destId="{B21319CB-A11D-4C2C-A30A-DDDB97DEE2A1}" srcOrd="3" destOrd="0" presId="urn:microsoft.com/office/officeart/2024/3/layout/BulletTimelineVariant1"/>
    <dgm:cxn modelId="{9474159A-0593-4604-89CF-01D8B9EBAE93}" type="presParOf" srcId="{AFD5056C-1096-4C53-ABCC-F6DB2727F0BC}" destId="{E848C8C9-1ABB-4D18-A2D7-2B36E7F2070C}" srcOrd="4" destOrd="0" presId="urn:microsoft.com/office/officeart/2024/3/layout/BulletTimelineVariant1"/>
    <dgm:cxn modelId="{0F6DAB6B-0B2A-426B-B212-AF8EBF9A8F2E}" type="presParOf" srcId="{AFD5056C-1096-4C53-ABCC-F6DB2727F0BC}" destId="{677C1618-B7D5-4944-94A9-065B2BD2574F}" srcOrd="5" destOrd="0" presId="urn:microsoft.com/office/officeart/2024/3/layout/BulletTimelineVariant1"/>
    <dgm:cxn modelId="{6521D8AD-AF71-4879-AADD-1E36C6922B90}" type="presParOf" srcId="{2267C2AB-6C4C-41C4-9D31-969389935C0E}" destId="{670729A2-FFF0-4DE6-B3FE-38C46DCCF857}" srcOrd="3" destOrd="0" presId="urn:microsoft.com/office/officeart/2024/3/layout/BulletTimelineVariant1"/>
    <dgm:cxn modelId="{C93D2720-3B94-45CD-95E8-BAFA15F4562B}" type="presParOf" srcId="{2267C2AB-6C4C-41C4-9D31-969389935C0E}" destId="{BA46C2AC-0BEE-42C2-B3E1-375AD7EF94E1}" srcOrd="4" destOrd="0" presId="urn:microsoft.com/office/officeart/2024/3/layout/BulletTimelineVariant1"/>
    <dgm:cxn modelId="{BFA8DCBA-1A97-4894-A651-4CF221F48902}" type="presParOf" srcId="{BA46C2AC-0BEE-42C2-B3E1-375AD7EF94E1}" destId="{1EC47224-A70C-4042-95B5-3F161ED212C3}" srcOrd="0" destOrd="0" presId="urn:microsoft.com/office/officeart/2024/3/layout/BulletTimelineVariant1"/>
    <dgm:cxn modelId="{6015AC0A-C9D5-401A-BC1C-B0D732F1C01D}" type="presParOf" srcId="{BA46C2AC-0BEE-42C2-B3E1-375AD7EF94E1}" destId="{3A63EB09-70D5-4F2F-9844-97406D22AED1}" srcOrd="1" destOrd="0" presId="urn:microsoft.com/office/officeart/2024/3/layout/BulletTimelineVariant1"/>
    <dgm:cxn modelId="{05F33B8A-7187-4386-8B76-59E5394CC1D5}" type="presParOf" srcId="{3A63EB09-70D5-4F2F-9844-97406D22AED1}" destId="{036B0063-453E-406F-84A5-B0AF8752C83A}" srcOrd="0" destOrd="0" presId="urn:microsoft.com/office/officeart/2024/3/layout/BulletTimelineVariant1"/>
    <dgm:cxn modelId="{6656B1C9-00C8-4EC5-AAB2-75836DE0C777}" type="presParOf" srcId="{3A63EB09-70D5-4F2F-9844-97406D22AED1}" destId="{98408A99-5AAC-493E-8DB0-15240A99DDAA}" srcOrd="1" destOrd="0" presId="urn:microsoft.com/office/officeart/2024/3/layout/BulletTimelineVariant1"/>
    <dgm:cxn modelId="{C49A9FC2-F443-4F95-A5E5-BE45E40E0D39}" type="presParOf" srcId="{BA46C2AC-0BEE-42C2-B3E1-375AD7EF94E1}" destId="{753AB2A2-5DB4-4704-A9A1-C23F3A02DF78}" srcOrd="2" destOrd="0" presId="urn:microsoft.com/office/officeart/2024/3/layout/BulletTimelineVariant1"/>
    <dgm:cxn modelId="{4908EC3F-C330-4230-A566-E137B3EFD37B}" type="presParOf" srcId="{BA46C2AC-0BEE-42C2-B3E1-375AD7EF94E1}" destId="{EE98F3D4-0EF1-4BE9-926D-472EEEF0D4F0}" srcOrd="3" destOrd="0" presId="urn:microsoft.com/office/officeart/2024/3/layout/BulletTimelineVariant1"/>
    <dgm:cxn modelId="{67DDD5FA-9558-454B-AA6A-E374545FAF8F}" type="presParOf" srcId="{BA46C2AC-0BEE-42C2-B3E1-375AD7EF94E1}" destId="{C4B02A53-2420-47BC-AEBC-9B969130E3D2}" srcOrd="4" destOrd="0" presId="urn:microsoft.com/office/officeart/2024/3/layout/BulletTimelineVariant1"/>
    <dgm:cxn modelId="{59D43DE2-A30E-4378-9888-72DE0A7C203A}" type="presParOf" srcId="{BA46C2AC-0BEE-42C2-B3E1-375AD7EF94E1}" destId="{765E1D0B-BB50-466A-97E6-D10E428CA9DC}" srcOrd="5" destOrd="0" presId="urn:microsoft.com/office/officeart/2024/3/layout/BulletTimelineVariant1"/>
    <dgm:cxn modelId="{C61B3226-6146-4245-B208-375EF7C522FE}" type="presParOf" srcId="{2267C2AB-6C4C-41C4-9D31-969389935C0E}" destId="{E0D71711-B4A0-4000-834C-8F60D8CAA7BE}" srcOrd="5" destOrd="0" presId="urn:microsoft.com/office/officeart/2024/3/layout/BulletTimelineVariant1"/>
    <dgm:cxn modelId="{487BD0EF-9DAD-47C9-9950-AEDD8D28794B}" type="presParOf" srcId="{2267C2AB-6C4C-41C4-9D31-969389935C0E}" destId="{555976A7-A53C-4B15-BC50-471C4437E98A}" srcOrd="6" destOrd="0" presId="urn:microsoft.com/office/officeart/2024/3/layout/BulletTimelineVariant1"/>
    <dgm:cxn modelId="{EE0FED4C-0F0B-4CFB-8E81-A827C8599FB3}" type="presParOf" srcId="{555976A7-A53C-4B15-BC50-471C4437E98A}" destId="{D5AA8B75-E634-46A6-BF01-775E41C7FB2F}" srcOrd="0" destOrd="0" presId="urn:microsoft.com/office/officeart/2024/3/layout/BulletTimelineVariant1"/>
    <dgm:cxn modelId="{34E68DCD-F074-48A8-A73D-35CDCF6F12A3}" type="presParOf" srcId="{555976A7-A53C-4B15-BC50-471C4437E98A}" destId="{8399EE80-B932-42EE-9E08-CE828516BF0C}" srcOrd="1" destOrd="0" presId="urn:microsoft.com/office/officeart/2024/3/layout/BulletTimelineVariant1"/>
    <dgm:cxn modelId="{7761F6C7-633A-489C-9E4F-04FAC7C13D32}" type="presParOf" srcId="{8399EE80-B932-42EE-9E08-CE828516BF0C}" destId="{64B1CCDF-BF70-437C-88B2-A86C62A79401}" srcOrd="0" destOrd="0" presId="urn:microsoft.com/office/officeart/2024/3/layout/BulletTimelineVariant1"/>
    <dgm:cxn modelId="{9FF761F1-A341-4068-924A-64113F2B7E40}" type="presParOf" srcId="{8399EE80-B932-42EE-9E08-CE828516BF0C}" destId="{381C5AE5-A86F-46D4-AF20-D8CD2DF6FF2F}" srcOrd="1" destOrd="0" presId="urn:microsoft.com/office/officeart/2024/3/layout/BulletTimelineVariant1"/>
    <dgm:cxn modelId="{7BF769FF-D13D-4383-A684-F5D456BD7453}" type="presParOf" srcId="{555976A7-A53C-4B15-BC50-471C4437E98A}" destId="{2AE05BAB-37D8-4F50-B8B7-E1980ED27FEE}" srcOrd="2" destOrd="0" presId="urn:microsoft.com/office/officeart/2024/3/layout/BulletTimelineVariant1"/>
    <dgm:cxn modelId="{8847F4DC-66C6-4A13-A3AE-5EBBD704BA45}" type="presParOf" srcId="{555976A7-A53C-4B15-BC50-471C4437E98A}" destId="{5A461339-2B40-42C4-BB34-D3E8F7B67013}" srcOrd="3" destOrd="0" presId="urn:microsoft.com/office/officeart/2024/3/layout/BulletTimelineVariant1"/>
    <dgm:cxn modelId="{B33483F7-AF11-42A2-AE28-9D1D3E9BAD62}" type="presParOf" srcId="{555976A7-A53C-4B15-BC50-471C4437E98A}" destId="{F1B45B68-1447-4118-A06A-5312B7556CB6}" srcOrd="4" destOrd="0" presId="urn:microsoft.com/office/officeart/2024/3/layout/BulletTimelineVariant1"/>
    <dgm:cxn modelId="{82D3D8F4-3A71-46DA-A5E5-CCF5ACB6BC02}" type="presParOf" srcId="{555976A7-A53C-4B15-BC50-471C4437E98A}" destId="{1FF0491C-6A95-4655-83DD-19355898ACB5}" srcOrd="5" destOrd="0" presId="urn:microsoft.com/office/officeart/2024/3/layout/BulletTimelineVariant1"/>
    <dgm:cxn modelId="{075A19B3-C124-4344-895A-1822709BFB2A}" type="presParOf" srcId="{2267C2AB-6C4C-41C4-9D31-969389935C0E}" destId="{4BF8F825-D366-4F7D-87AE-BC0E2DD52C02}" srcOrd="7" destOrd="0" presId="urn:microsoft.com/office/officeart/2024/3/layout/BulletTimelineVariant1"/>
    <dgm:cxn modelId="{6A0E8BF3-ACD4-43BD-92BC-33886E45AA6F}" type="presParOf" srcId="{2267C2AB-6C4C-41C4-9D31-969389935C0E}" destId="{C8A921D1-117A-4363-A522-040D4C98A75E}" srcOrd="8" destOrd="0" presId="urn:microsoft.com/office/officeart/2024/3/layout/BulletTimelineVariant1"/>
    <dgm:cxn modelId="{ACBFB962-2597-4781-AEC8-2B0A8CF80AA4}" type="presParOf" srcId="{C8A921D1-117A-4363-A522-040D4C98A75E}" destId="{D2B0765F-B450-43FB-9D0F-71599EA52152}" srcOrd="0" destOrd="0" presId="urn:microsoft.com/office/officeart/2024/3/layout/BulletTimelineVariant1"/>
    <dgm:cxn modelId="{3F8036A7-07B6-4B98-8DAA-3D0B6435478E}" type="presParOf" srcId="{C8A921D1-117A-4363-A522-040D4C98A75E}" destId="{FF0580CF-E479-4F1B-B86E-76114B68B3C2}" srcOrd="1" destOrd="0" presId="urn:microsoft.com/office/officeart/2024/3/layout/BulletTimelineVariant1"/>
    <dgm:cxn modelId="{270C5F6E-2F92-4210-8F9E-489C3FCC72F6}" type="presParOf" srcId="{FF0580CF-E479-4F1B-B86E-76114B68B3C2}" destId="{D9A3EC95-A6C3-46A7-B3C1-C19F504BB188}" srcOrd="0" destOrd="0" presId="urn:microsoft.com/office/officeart/2024/3/layout/BulletTimelineVariant1"/>
    <dgm:cxn modelId="{534C556E-4E49-4298-872E-2D1812CD47D0}" type="presParOf" srcId="{FF0580CF-E479-4F1B-B86E-76114B68B3C2}" destId="{8960AA84-8DB5-48E9-B81C-5AC8E61A2A69}" srcOrd="1" destOrd="0" presId="urn:microsoft.com/office/officeart/2024/3/layout/BulletTimelineVariant1"/>
    <dgm:cxn modelId="{58CBBBDA-1B3C-43D1-8583-4BE6488628C1}" type="presParOf" srcId="{C8A921D1-117A-4363-A522-040D4C98A75E}" destId="{620B954F-EBDC-4856-831F-B959EA5E790F}" srcOrd="2" destOrd="0" presId="urn:microsoft.com/office/officeart/2024/3/layout/BulletTimelineVariant1"/>
    <dgm:cxn modelId="{9D6D45C7-AACF-44BE-9C96-9FFBF96602E4}" type="presParOf" srcId="{C8A921D1-117A-4363-A522-040D4C98A75E}" destId="{81A8E7D8-1434-4B00-B87E-D2A870C06CBA}" srcOrd="3" destOrd="0" presId="urn:microsoft.com/office/officeart/2024/3/layout/BulletTimelineVariant1"/>
    <dgm:cxn modelId="{D345FC6F-775F-4DF6-861E-E16A44DAA167}" type="presParOf" srcId="{C8A921D1-117A-4363-A522-040D4C98A75E}" destId="{B0878285-BE79-47F3-882B-C43D5AE40AB9}" srcOrd="4" destOrd="0" presId="urn:microsoft.com/office/officeart/2024/3/layout/BulletTimelineVariant1"/>
    <dgm:cxn modelId="{1443BA74-8316-48CA-9ED2-22AD46C37B8E}" type="presParOf" srcId="{C8A921D1-117A-4363-A522-040D4C98A75E}" destId="{94D9084F-A7F5-49F1-B54E-A3D5C7D98CCD}" srcOrd="5" destOrd="0" presId="urn:microsoft.com/office/officeart/2024/3/layout/BulletTimelineVarian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AAA198-55DC-4BBF-9629-CCFB47881DAB}">
      <dsp:nvSpPr>
        <dsp:cNvPr id="0" name=""/>
        <dsp:cNvSpPr/>
      </dsp:nvSpPr>
      <dsp:spPr>
        <a:xfrm>
          <a:off x="0" y="2296914"/>
          <a:ext cx="1065357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B37DA1-5512-4D70-91D2-C9370A892EBA}">
      <dsp:nvSpPr>
        <dsp:cNvPr id="0" name=""/>
        <dsp:cNvSpPr/>
      </dsp:nvSpPr>
      <dsp:spPr>
        <a:xfrm rot="8100000">
          <a:off x="72067" y="529348"/>
          <a:ext cx="337826" cy="337826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70ED48-DA26-49F7-926D-C16677F082D5}">
      <dsp:nvSpPr>
        <dsp:cNvPr id="0" name=""/>
        <dsp:cNvSpPr/>
      </dsp:nvSpPr>
      <dsp:spPr>
        <a:xfrm>
          <a:off x="145429" y="602710"/>
          <a:ext cx="191103" cy="191103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5C816-51C3-448D-B463-B664A886D3F6}">
      <dsp:nvSpPr>
        <dsp:cNvPr id="0" name=""/>
        <dsp:cNvSpPr/>
      </dsp:nvSpPr>
      <dsp:spPr>
        <a:xfrm>
          <a:off x="479859" y="937140"/>
          <a:ext cx="2954276" cy="1359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Write a description of the significance of this event</a:t>
          </a:r>
        </a:p>
      </dsp:txBody>
      <dsp:txXfrm>
        <a:off x="479859" y="937140"/>
        <a:ext cx="2954276" cy="1359773"/>
      </dsp:txXfrm>
    </dsp:sp>
    <dsp:sp modelId="{B7725B3E-A2B4-4246-97B2-6A88421944D6}">
      <dsp:nvSpPr>
        <dsp:cNvPr id="0" name=""/>
        <dsp:cNvSpPr/>
      </dsp:nvSpPr>
      <dsp:spPr>
        <a:xfrm>
          <a:off x="479859" y="459382"/>
          <a:ext cx="2954276" cy="477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Add an event</a:t>
          </a:r>
        </a:p>
      </dsp:txBody>
      <dsp:txXfrm>
        <a:off x="479859" y="459382"/>
        <a:ext cx="2954276" cy="477758"/>
      </dsp:txXfrm>
    </dsp:sp>
    <dsp:sp modelId="{83C323A0-B90B-4DF9-BF7A-2A7BF16BA51B}">
      <dsp:nvSpPr>
        <dsp:cNvPr id="0" name=""/>
        <dsp:cNvSpPr/>
      </dsp:nvSpPr>
      <dsp:spPr>
        <a:xfrm>
          <a:off x="240980" y="841589"/>
          <a:ext cx="0" cy="1455324"/>
        </a:xfrm>
        <a:prstGeom prst="line">
          <a:avLst/>
        </a:pr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C25776-97E3-4645-8FB5-9D3D985C7F5D}">
      <dsp:nvSpPr>
        <dsp:cNvPr id="0" name=""/>
        <dsp:cNvSpPr/>
      </dsp:nvSpPr>
      <dsp:spPr>
        <a:xfrm>
          <a:off x="197022" y="2253915"/>
          <a:ext cx="85996" cy="85996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9A5E5B-37D8-4B7B-A9EB-BE94DD96CCF4}">
      <dsp:nvSpPr>
        <dsp:cNvPr id="0" name=""/>
        <dsp:cNvSpPr/>
      </dsp:nvSpPr>
      <dsp:spPr>
        <a:xfrm rot="18900000">
          <a:off x="1844569" y="3726653"/>
          <a:ext cx="337826" cy="337826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B7E4B7-DA74-4DE8-967E-0D08119B002D}">
      <dsp:nvSpPr>
        <dsp:cNvPr id="0" name=""/>
        <dsp:cNvSpPr/>
      </dsp:nvSpPr>
      <dsp:spPr>
        <a:xfrm>
          <a:off x="1917930" y="3800014"/>
          <a:ext cx="191103" cy="191103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C89F95-F522-4E6E-A9EC-8D3CC8BCE92F}">
      <dsp:nvSpPr>
        <dsp:cNvPr id="0" name=""/>
        <dsp:cNvSpPr/>
      </dsp:nvSpPr>
      <dsp:spPr>
        <a:xfrm>
          <a:off x="2252361" y="3399432"/>
          <a:ext cx="2954276" cy="735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Write a description of the significance of this event</a:t>
          </a:r>
        </a:p>
      </dsp:txBody>
      <dsp:txXfrm>
        <a:off x="2252361" y="3399432"/>
        <a:ext cx="2954276" cy="735012"/>
      </dsp:txXfrm>
    </dsp:sp>
    <dsp:sp modelId="{B21319CB-A11D-4C2C-A30A-DDDB97DEE2A1}">
      <dsp:nvSpPr>
        <dsp:cNvPr id="0" name=""/>
        <dsp:cNvSpPr/>
      </dsp:nvSpPr>
      <dsp:spPr>
        <a:xfrm>
          <a:off x="2252361" y="2940049"/>
          <a:ext cx="2954276" cy="459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Add an event</a:t>
          </a:r>
        </a:p>
      </dsp:txBody>
      <dsp:txXfrm>
        <a:off x="2252361" y="2940049"/>
        <a:ext cx="2954276" cy="459382"/>
      </dsp:txXfrm>
    </dsp:sp>
    <dsp:sp modelId="{E848C8C9-1ABB-4D18-A2D7-2B36E7F2070C}">
      <dsp:nvSpPr>
        <dsp:cNvPr id="0" name=""/>
        <dsp:cNvSpPr/>
      </dsp:nvSpPr>
      <dsp:spPr>
        <a:xfrm>
          <a:off x="2013482" y="2296914"/>
          <a:ext cx="0" cy="1433274"/>
        </a:xfrm>
        <a:prstGeom prst="line">
          <a:avLst/>
        </a:pr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99AFE9-5990-4B20-A8B1-CC076976C846}">
      <dsp:nvSpPr>
        <dsp:cNvPr id="0" name=""/>
        <dsp:cNvSpPr/>
      </dsp:nvSpPr>
      <dsp:spPr>
        <a:xfrm>
          <a:off x="1969523" y="2253915"/>
          <a:ext cx="85996" cy="85996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6B0063-453E-406F-84A5-B0AF8752C83A}">
      <dsp:nvSpPr>
        <dsp:cNvPr id="0" name=""/>
        <dsp:cNvSpPr/>
      </dsp:nvSpPr>
      <dsp:spPr>
        <a:xfrm rot="8100000">
          <a:off x="3617071" y="529348"/>
          <a:ext cx="337826" cy="337826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408A99-5AAC-493E-8DB0-15240A99DDAA}">
      <dsp:nvSpPr>
        <dsp:cNvPr id="0" name=""/>
        <dsp:cNvSpPr/>
      </dsp:nvSpPr>
      <dsp:spPr>
        <a:xfrm>
          <a:off x="3690432" y="602710"/>
          <a:ext cx="191103" cy="191103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3AB2A2-5DB4-4704-A9A1-C23F3A02DF78}">
      <dsp:nvSpPr>
        <dsp:cNvPr id="0" name=""/>
        <dsp:cNvSpPr/>
      </dsp:nvSpPr>
      <dsp:spPr>
        <a:xfrm>
          <a:off x="4024863" y="937140"/>
          <a:ext cx="2954276" cy="1359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Write a description of the significance of this event</a:t>
          </a:r>
        </a:p>
      </dsp:txBody>
      <dsp:txXfrm>
        <a:off x="4024863" y="937140"/>
        <a:ext cx="2954276" cy="1359773"/>
      </dsp:txXfrm>
    </dsp:sp>
    <dsp:sp modelId="{EE98F3D4-0EF1-4BE9-926D-472EEEF0D4F0}">
      <dsp:nvSpPr>
        <dsp:cNvPr id="0" name=""/>
        <dsp:cNvSpPr/>
      </dsp:nvSpPr>
      <dsp:spPr>
        <a:xfrm>
          <a:off x="4024863" y="459382"/>
          <a:ext cx="2954276" cy="477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Add an event</a:t>
          </a:r>
        </a:p>
      </dsp:txBody>
      <dsp:txXfrm>
        <a:off x="4024863" y="459382"/>
        <a:ext cx="2954276" cy="477758"/>
      </dsp:txXfrm>
    </dsp:sp>
    <dsp:sp modelId="{C4B02A53-2420-47BC-AEBC-9B969130E3D2}">
      <dsp:nvSpPr>
        <dsp:cNvPr id="0" name=""/>
        <dsp:cNvSpPr/>
      </dsp:nvSpPr>
      <dsp:spPr>
        <a:xfrm>
          <a:off x="3785984" y="841589"/>
          <a:ext cx="0" cy="1455324"/>
        </a:xfrm>
        <a:prstGeom prst="line">
          <a:avLst/>
        </a:pr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C47224-A70C-4042-95B5-3F161ED212C3}">
      <dsp:nvSpPr>
        <dsp:cNvPr id="0" name=""/>
        <dsp:cNvSpPr/>
      </dsp:nvSpPr>
      <dsp:spPr>
        <a:xfrm>
          <a:off x="3742025" y="2253915"/>
          <a:ext cx="85996" cy="85996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1CCDF-BF70-437C-88B2-A86C62A79401}">
      <dsp:nvSpPr>
        <dsp:cNvPr id="0" name=""/>
        <dsp:cNvSpPr/>
      </dsp:nvSpPr>
      <dsp:spPr>
        <a:xfrm rot="18900000">
          <a:off x="5389572" y="3726653"/>
          <a:ext cx="337826" cy="337826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1C5AE5-A86F-46D4-AF20-D8CD2DF6FF2F}">
      <dsp:nvSpPr>
        <dsp:cNvPr id="0" name=""/>
        <dsp:cNvSpPr/>
      </dsp:nvSpPr>
      <dsp:spPr>
        <a:xfrm>
          <a:off x="5462934" y="3800014"/>
          <a:ext cx="191103" cy="191103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E05BAB-37D8-4F50-B8B7-E1980ED27FEE}">
      <dsp:nvSpPr>
        <dsp:cNvPr id="0" name=""/>
        <dsp:cNvSpPr/>
      </dsp:nvSpPr>
      <dsp:spPr>
        <a:xfrm>
          <a:off x="5797364" y="3399432"/>
          <a:ext cx="2954276" cy="735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Write a description of the significance of this event</a:t>
          </a:r>
        </a:p>
      </dsp:txBody>
      <dsp:txXfrm>
        <a:off x="5797364" y="3399432"/>
        <a:ext cx="2954276" cy="735012"/>
      </dsp:txXfrm>
    </dsp:sp>
    <dsp:sp modelId="{5A461339-2B40-42C4-BB34-D3E8F7B67013}">
      <dsp:nvSpPr>
        <dsp:cNvPr id="0" name=""/>
        <dsp:cNvSpPr/>
      </dsp:nvSpPr>
      <dsp:spPr>
        <a:xfrm>
          <a:off x="5797364" y="2940049"/>
          <a:ext cx="2954276" cy="459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Add an event</a:t>
          </a:r>
        </a:p>
      </dsp:txBody>
      <dsp:txXfrm>
        <a:off x="5797364" y="2940049"/>
        <a:ext cx="2954276" cy="459382"/>
      </dsp:txXfrm>
    </dsp:sp>
    <dsp:sp modelId="{F1B45B68-1447-4118-A06A-5312B7556CB6}">
      <dsp:nvSpPr>
        <dsp:cNvPr id="0" name=""/>
        <dsp:cNvSpPr/>
      </dsp:nvSpPr>
      <dsp:spPr>
        <a:xfrm>
          <a:off x="5558485" y="2296914"/>
          <a:ext cx="0" cy="1433274"/>
        </a:xfrm>
        <a:prstGeom prst="line">
          <a:avLst/>
        </a:pr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AA8B75-E634-46A6-BF01-775E41C7FB2F}">
      <dsp:nvSpPr>
        <dsp:cNvPr id="0" name=""/>
        <dsp:cNvSpPr/>
      </dsp:nvSpPr>
      <dsp:spPr>
        <a:xfrm>
          <a:off x="5514527" y="2253915"/>
          <a:ext cx="85996" cy="85996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A3EC95-A6C3-46A7-B3C1-C19F504BB188}">
      <dsp:nvSpPr>
        <dsp:cNvPr id="0" name=""/>
        <dsp:cNvSpPr/>
      </dsp:nvSpPr>
      <dsp:spPr>
        <a:xfrm rot="8100000">
          <a:off x="7162074" y="529348"/>
          <a:ext cx="337826" cy="337826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60AA84-8DB5-48E9-B81C-5AC8E61A2A69}">
      <dsp:nvSpPr>
        <dsp:cNvPr id="0" name=""/>
        <dsp:cNvSpPr/>
      </dsp:nvSpPr>
      <dsp:spPr>
        <a:xfrm>
          <a:off x="7235435" y="602710"/>
          <a:ext cx="191103" cy="191103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0B954F-EBDC-4856-831F-B959EA5E790F}">
      <dsp:nvSpPr>
        <dsp:cNvPr id="0" name=""/>
        <dsp:cNvSpPr/>
      </dsp:nvSpPr>
      <dsp:spPr>
        <a:xfrm>
          <a:off x="7569866" y="937140"/>
          <a:ext cx="2954276" cy="1359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Write a description of the significance of this event</a:t>
          </a:r>
        </a:p>
      </dsp:txBody>
      <dsp:txXfrm>
        <a:off x="7569866" y="937140"/>
        <a:ext cx="2954276" cy="1359773"/>
      </dsp:txXfrm>
    </dsp:sp>
    <dsp:sp modelId="{81A8E7D8-1434-4B00-B87E-D2A870C06CBA}">
      <dsp:nvSpPr>
        <dsp:cNvPr id="0" name=""/>
        <dsp:cNvSpPr/>
      </dsp:nvSpPr>
      <dsp:spPr>
        <a:xfrm>
          <a:off x="7569866" y="459382"/>
          <a:ext cx="2954276" cy="477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Add an event</a:t>
          </a:r>
        </a:p>
      </dsp:txBody>
      <dsp:txXfrm>
        <a:off x="7569866" y="459382"/>
        <a:ext cx="2954276" cy="477758"/>
      </dsp:txXfrm>
    </dsp:sp>
    <dsp:sp modelId="{B0878285-BE79-47F3-882B-C43D5AE40AB9}">
      <dsp:nvSpPr>
        <dsp:cNvPr id="0" name=""/>
        <dsp:cNvSpPr/>
      </dsp:nvSpPr>
      <dsp:spPr>
        <a:xfrm>
          <a:off x="7330987" y="841589"/>
          <a:ext cx="0" cy="1455324"/>
        </a:xfrm>
        <a:prstGeom prst="line">
          <a:avLst/>
        </a:pr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B0765F-B450-43FB-9D0F-71599EA52152}">
      <dsp:nvSpPr>
        <dsp:cNvPr id="0" name=""/>
        <dsp:cNvSpPr/>
      </dsp:nvSpPr>
      <dsp:spPr>
        <a:xfrm>
          <a:off x="7287028" y="2253915"/>
          <a:ext cx="85996" cy="85996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BulletTimelineVariant1">
  <dgm:title val="Bullet Timeline"/>
  <dgm:desc val="Displays bulleted events in chronological order. Each event should have a date or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270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.8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 fact="0.89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.8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 fact="0.89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4"/>
                  <dgm:constr type="h" for="ch" forName="Ellipse1" refType="w" refFor="ch" refForName="DropPin1" fact="0.4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revTx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node2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 w="12700">
                            <a:solidFill>
                              <a:schemeClr val="tx1"/>
                            </a:solidFill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.8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 fact="0.89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.8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 fact="0.89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4"/>
                  <dgm:constr type="h" for="ch" forName="Ellipse" refType="w" refFor="ch" refForName="DropPin" fact="0.4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revTx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node2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 w="12700">
                            <a:solidFill>
                              <a:schemeClr val="tx1"/>
                            </a:solidFill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69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94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31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54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4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77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89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26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73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8/28/2025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26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40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739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38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579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95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8/28/2025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38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8/28/2025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651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3484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8/28/2025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889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062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8/28/2025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333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972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8/28/2025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106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8/28/2025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454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8/28/2025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422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907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8/28/2025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6858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8/28/2025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3634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8/28/2025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302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187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083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823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57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7250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10957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65696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5872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148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118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03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758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8129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252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3827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209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230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199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51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48" r:id="rId2"/>
    <p:sldLayoutId id="2147483750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  <p:sldLayoutId id="2147483741" r:id="rId43"/>
    <p:sldLayoutId id="2147483742" r:id="rId44"/>
    <p:sldLayoutId id="2147483743" r:id="rId45"/>
    <p:sldLayoutId id="2147483744" r:id="rId46"/>
    <p:sldLayoutId id="2147483745" r:id="rId47"/>
    <p:sldLayoutId id="2147483746" r:id="rId48"/>
    <p:sldLayoutId id="2147483747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F8869-4AA6-00C4-7E41-445BBC018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/>
          <a:p>
            <a:r>
              <a:rPr lang="pl-PL" dirty="0"/>
              <a:t>Beautiful title slide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3155E-1941-646B-CD6E-10D7E42BE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>
            <a:normAutofit/>
          </a:bodyPr>
          <a:lstStyle/>
          <a:p>
            <a:r>
              <a:rPr lang="en-US"/>
              <a:t>Add a brief explanation of the presentation’s purpose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CA8FA3E-8558-5407-D801-918411E64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027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96672-D7F8-4874-2E37-1AAFA9596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>
            <a:normAutofit/>
          </a:bodyPr>
          <a:lstStyle/>
          <a:p>
            <a:r>
              <a:rPr lang="pl-PL" dirty="0"/>
              <a:t>What an agenda slide!</a:t>
            </a:r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856D00C-D579-30E7-C827-B9F84A04DC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FC19AF-FEC6-6E7B-0F01-47E293C022D9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24518989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5538937" y="2025273"/>
          <a:ext cx="6071616" cy="409676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639218">
                  <a:extLst>
                    <a:ext uri="{9D8B030D-6E8A-4147-A177-3AD203B41FA5}">
                      <a16:colId xmlns:a16="http://schemas.microsoft.com/office/drawing/2014/main" val="47737096"/>
                    </a:ext>
                  </a:extLst>
                </a:gridCol>
                <a:gridCol w="4432398">
                  <a:extLst>
                    <a:ext uri="{9D8B030D-6E8A-4147-A177-3AD203B41FA5}">
                      <a16:colId xmlns:a16="http://schemas.microsoft.com/office/drawing/2014/main" val="3587560040"/>
                    </a:ext>
                  </a:extLst>
                </a:gridCol>
              </a:tblGrid>
              <a:tr h="819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marL="140728" marR="140728" marT="140728" marB="140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>
                          <a:solidFill>
                            <a:schemeClr val="tx1"/>
                          </a:solidFill>
                        </a:rPr>
                        <a:t>Add a topic for the presentation</a:t>
                      </a:r>
                    </a:p>
                  </a:txBody>
                  <a:tcPr marL="140728" marR="140728" marT="140728" marB="140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067984"/>
                  </a:ext>
                </a:extLst>
              </a:tr>
              <a:tr h="819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 marL="140728" marR="140728" marT="140728" marB="140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>
                          <a:solidFill>
                            <a:schemeClr val="tx1"/>
                          </a:solidFill>
                        </a:rPr>
                        <a:t>Add a topic for the presentation</a:t>
                      </a:r>
                    </a:p>
                  </a:txBody>
                  <a:tcPr marL="140728" marR="140728" marT="140728" marB="140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759073"/>
                  </a:ext>
                </a:extLst>
              </a:tr>
              <a:tr h="819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 marL="140728" marR="140728" marT="140728" marB="140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>
                          <a:solidFill>
                            <a:schemeClr val="tx1"/>
                          </a:solidFill>
                        </a:rPr>
                        <a:t>Add a topic for the presentation</a:t>
                      </a:r>
                    </a:p>
                  </a:txBody>
                  <a:tcPr marL="140728" marR="140728" marT="140728" marB="140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368016"/>
                  </a:ext>
                </a:extLst>
              </a:tr>
              <a:tr h="819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04</a:t>
                      </a:r>
                    </a:p>
                  </a:txBody>
                  <a:tcPr marL="140728" marR="140728" marT="140728" marB="140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>
                          <a:solidFill>
                            <a:schemeClr val="tx1"/>
                          </a:solidFill>
                        </a:rPr>
                        <a:t>Add a topic for the presentation</a:t>
                      </a:r>
                    </a:p>
                  </a:txBody>
                  <a:tcPr marL="140728" marR="140728" marT="140728" marB="140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096666"/>
                  </a:ext>
                </a:extLst>
              </a:tr>
              <a:tr h="819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05</a:t>
                      </a:r>
                    </a:p>
                  </a:txBody>
                  <a:tcPr marL="140728" marR="140728" marT="140728" marB="140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>
                          <a:solidFill>
                            <a:schemeClr val="tx1"/>
                          </a:solidFill>
                        </a:rPr>
                        <a:t>Add a topic for the presentation</a:t>
                      </a:r>
                    </a:p>
                  </a:txBody>
                  <a:tcPr marL="140728" marR="140728" marT="140728" marB="140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706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486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C7E2F-56AC-AC76-A506-313574080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/>
          <a:p>
            <a:r>
              <a:rPr lang="pl-PL" dirty="0"/>
              <a:t>Section header	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9A73033-F9E6-2E36-4155-81C64D8407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1213" cy="1863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54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AAF3A-4695-80AC-2D8C-61D57EA60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</p:spPr>
        <p:txBody>
          <a:bodyPr anchor="t">
            <a:normAutofit/>
          </a:bodyPr>
          <a:lstStyle/>
          <a:p>
            <a:r>
              <a:rPr lang="pl-PL" dirty="0"/>
              <a:t>I type in „data” and it shows me a table!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85423A8-3EB4-E3E9-4159-A44AC32EB9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3904338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Table"/>
                  </p202:designTagLst>
                </p202:designPr>
              </p:ext>
            </p:extLst>
          </p:nvPr>
        </p:nvGraphicFramePr>
        <p:xfrm>
          <a:off x="1808193" y="1715532"/>
          <a:ext cx="8262488" cy="459383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470780">
                  <a:extLst>
                    <a:ext uri="{9D8B030D-6E8A-4147-A177-3AD203B41FA5}">
                      <a16:colId xmlns:a16="http://schemas.microsoft.com/office/drawing/2014/main" val="1055612622"/>
                    </a:ext>
                  </a:extLst>
                </a:gridCol>
                <a:gridCol w="1697927">
                  <a:extLst>
                    <a:ext uri="{9D8B030D-6E8A-4147-A177-3AD203B41FA5}">
                      <a16:colId xmlns:a16="http://schemas.microsoft.com/office/drawing/2014/main" val="1889281440"/>
                    </a:ext>
                  </a:extLst>
                </a:gridCol>
                <a:gridCol w="1697927">
                  <a:extLst>
                    <a:ext uri="{9D8B030D-6E8A-4147-A177-3AD203B41FA5}">
                      <a16:colId xmlns:a16="http://schemas.microsoft.com/office/drawing/2014/main" val="195802929"/>
                    </a:ext>
                  </a:extLst>
                </a:gridCol>
                <a:gridCol w="1697927">
                  <a:extLst>
                    <a:ext uri="{9D8B030D-6E8A-4147-A177-3AD203B41FA5}">
                      <a16:colId xmlns:a16="http://schemas.microsoft.com/office/drawing/2014/main" val="1068964383"/>
                    </a:ext>
                  </a:extLst>
                </a:gridCol>
                <a:gridCol w="1697927">
                  <a:extLst>
                    <a:ext uri="{9D8B030D-6E8A-4147-A177-3AD203B41FA5}">
                      <a16:colId xmlns:a16="http://schemas.microsoft.com/office/drawing/2014/main" val="3277884016"/>
                    </a:ext>
                  </a:extLst>
                </a:gridCol>
              </a:tblGrid>
              <a:tr h="95220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900" b="1" cap="all" spc="150">
                        <a:solidFill>
                          <a:schemeClr val="tx1"/>
                        </a:solidFill>
                      </a:endParaRPr>
                    </a:p>
                  </a:txBody>
                  <a:tcPr marL="163546" marR="163546" marT="163546" marB="16354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all" spc="150">
                          <a:solidFill>
                            <a:schemeClr val="tx1"/>
                          </a:solidFill>
                        </a:rPr>
                        <a:t>Column Name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all" spc="150">
                          <a:solidFill>
                            <a:schemeClr val="tx1"/>
                          </a:solidFill>
                        </a:rPr>
                        <a:t>Column Name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all" spc="150">
                          <a:solidFill>
                            <a:schemeClr val="tx1"/>
                          </a:solidFill>
                        </a:rPr>
                        <a:t>Column Name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all" spc="150">
                          <a:solidFill>
                            <a:schemeClr val="tx1"/>
                          </a:solidFill>
                        </a:rPr>
                        <a:t>Column Name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545963"/>
                  </a:ext>
                </a:extLst>
              </a:tr>
              <a:tr h="606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Row Name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517234"/>
                  </a:ext>
                </a:extLst>
              </a:tr>
              <a:tr h="606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Row Name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846229"/>
                  </a:ext>
                </a:extLst>
              </a:tr>
              <a:tr h="606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Row Name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879745"/>
                  </a:ext>
                </a:extLst>
              </a:tr>
              <a:tr h="606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Row Name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706889"/>
                  </a:ext>
                </a:extLst>
              </a:tr>
              <a:tr h="606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Row Name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1456079"/>
                  </a:ext>
                </a:extLst>
              </a:tr>
              <a:tr h="606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Row Name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63546" marR="163546" marT="163546" marB="1635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163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2059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AAFF4-5C5B-4565-4E39-E93436948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</p:spPr>
        <p:txBody>
          <a:bodyPr anchor="t">
            <a:normAutofit/>
          </a:bodyPr>
          <a:lstStyle/>
          <a:p>
            <a:pPr>
              <a:tabLst>
                <a:tab pos="2511425" algn="l"/>
              </a:tabLst>
            </a:pPr>
            <a:r>
              <a:rPr lang="pl-PL" dirty="0"/>
              <a:t>I type in „timeline” and it shows me a timeline!</a:t>
            </a:r>
            <a:endParaRPr lang="en-US" dirty="0"/>
          </a:p>
        </p:txBody>
      </p:sp>
      <p:graphicFrame>
        <p:nvGraphicFramePr>
          <p:cNvPr id="5" name="Content Placeholder 4" descr="Basic Timeline">
            <a:extLst>
              <a:ext uri="{FF2B5EF4-FFF2-40B4-BE49-F238E27FC236}">
                <a16:creationId xmlns:a16="http://schemas.microsoft.com/office/drawing/2014/main" id="{5F7C5B5F-3CAE-DC83-4F49-9017187B44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53172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8042800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184</Words>
  <Application>Microsoft Office PowerPoint</Application>
  <PresentationFormat>Widescreen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Neue Haas Grotesk Text Pro</vt:lpstr>
      <vt:lpstr>Helena</vt:lpstr>
      <vt:lpstr>Beautiful title slide</vt:lpstr>
      <vt:lpstr>What an agenda slide!</vt:lpstr>
      <vt:lpstr>Section header </vt:lpstr>
      <vt:lpstr>I type in „data” and it shows me a table!</vt:lpstr>
      <vt:lpstr>I type in „timeline” and it shows me a timeline!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</dc:creator>
  <cp:lastModifiedBy>Andrew P</cp:lastModifiedBy>
  <cp:revision>2</cp:revision>
  <dcterms:created xsi:type="dcterms:W3CDTF">2025-08-28T08:33:21Z</dcterms:created>
  <dcterms:modified xsi:type="dcterms:W3CDTF">2025-08-28T08:55:18Z</dcterms:modified>
</cp:coreProperties>
</file>