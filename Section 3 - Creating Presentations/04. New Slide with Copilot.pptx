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76" r:id="rId2"/>
    <p:sldId id="2561" r:id="rId3"/>
    <p:sldId id="2562" r:id="rId4"/>
    <p:sldId id="2563" r:id="rId5"/>
    <p:sldId id="2564" r:id="rId6"/>
    <p:sldId id="2565" r:id="rId7"/>
    <p:sldId id="2566" r:id="rId8"/>
    <p:sldId id="2571" r:id="rId9"/>
    <p:sldId id="2572" r:id="rId10"/>
    <p:sldId id="2573" r:id="rId11"/>
    <p:sldId id="2574" r:id="rId12"/>
    <p:sldId id="257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eps to Start a Podcast: A Comprehensive Guide" id="{BB55A1BD-F4DA-4CD7-8771-46919789F993}">
          <p14:sldIdLst>
            <p14:sldId id="2576"/>
            <p14:sldId id="2561"/>
            <p14:sldId id="2562"/>
          </p14:sldIdLst>
        </p14:section>
        <p14:section name="Planning Your Podcast" id="{DAFF206B-FFC5-40D3-BAFA-09D91315D535}">
          <p14:sldIdLst>
            <p14:sldId id="2563"/>
            <p14:sldId id="2564"/>
            <p14:sldId id="2565"/>
            <p14:sldId id="2566"/>
          </p14:sldIdLst>
        </p14:section>
        <p14:section name="Practice Speaking Clearly" id="{91D1A44F-A0FE-4FE7-8657-C2CEA773A0C2}">
          <p14:sldIdLst>
            <p14:sldId id="2571"/>
            <p14:sldId id="2572"/>
            <p14:sldId id="2573"/>
            <p14:sldId id="2574"/>
          </p14:sldIdLst>
        </p14:section>
        <p14:section name="Conclusion" id="{EDB9283F-7292-42AE-89C7-2311BFA13511}">
          <p14:sldIdLst>
            <p14:sldId id="25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6" autoAdjust="0"/>
    <p:restoredTop sz="94660"/>
  </p:normalViewPr>
  <p:slideViewPr>
    <p:cSldViewPr snapToGrid="0">
      <p:cViewPr>
        <p:scale>
          <a:sx n="75" d="100"/>
          <a:sy n="75" d="100"/>
        </p:scale>
        <p:origin x="312" y="39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diagrams/_rels/data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EB0068-F77A-4201-8D67-FB4C592F389A}"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7B893B60-2C72-4C88-BFBD-3286EB9CB1CE}">
      <dgm:prSet/>
      <dgm:spPr/>
      <dgm:t>
        <a:bodyPr/>
        <a:lstStyle/>
        <a:p>
          <a:pPr>
            <a:lnSpc>
              <a:spcPct val="100000"/>
            </a:lnSpc>
            <a:defRPr b="1"/>
          </a:pPr>
          <a:r>
            <a:rPr lang="en-US"/>
            <a:t>Tongue Twisters Practice</a:t>
          </a:r>
        </a:p>
      </dgm:t>
    </dgm:pt>
    <dgm:pt modelId="{AD6D0ABC-2BEE-4FAC-ACE9-5251CABD61DF}" type="parTrans" cxnId="{D7A9DD2E-1400-497F-99FF-BD3FB49898F2}">
      <dgm:prSet/>
      <dgm:spPr/>
      <dgm:t>
        <a:bodyPr/>
        <a:lstStyle/>
        <a:p>
          <a:endParaRPr lang="en-US"/>
        </a:p>
      </dgm:t>
    </dgm:pt>
    <dgm:pt modelId="{57D17744-D82E-4C5F-A081-5D42846F29A3}" type="sibTrans" cxnId="{D7A9DD2E-1400-497F-99FF-BD3FB49898F2}">
      <dgm:prSet/>
      <dgm:spPr/>
      <dgm:t>
        <a:bodyPr/>
        <a:lstStyle/>
        <a:p>
          <a:pPr>
            <a:lnSpc>
              <a:spcPct val="100000"/>
            </a:lnSpc>
            <a:defRPr b="1"/>
          </a:pPr>
          <a:endParaRPr lang="en-US"/>
        </a:p>
      </dgm:t>
    </dgm:pt>
    <dgm:pt modelId="{EFD439FA-2CFF-43FA-BA3E-985CE69AF1E7}">
      <dgm:prSet/>
      <dgm:spPr/>
      <dgm:t>
        <a:bodyPr/>
        <a:lstStyle/>
        <a:p>
          <a:pPr>
            <a:lnSpc>
              <a:spcPct val="100000"/>
            </a:lnSpc>
          </a:pPr>
          <a:r>
            <a:rPr lang="en-US"/>
            <a:t>Tongue twisters are fun and effective exercises to enhance clarity and precision in speech.</a:t>
          </a:r>
        </a:p>
      </dgm:t>
    </dgm:pt>
    <dgm:pt modelId="{8962E2A7-67BA-4335-9A4E-9AB147760DF0}" type="parTrans" cxnId="{BBCCCC9E-E0BF-4E4B-93F1-35196F3EA9C2}">
      <dgm:prSet/>
      <dgm:spPr/>
      <dgm:t>
        <a:bodyPr/>
        <a:lstStyle/>
        <a:p>
          <a:endParaRPr lang="en-US"/>
        </a:p>
      </dgm:t>
    </dgm:pt>
    <dgm:pt modelId="{EA81E9B0-65F1-4C0F-9C0C-249E0A5461C4}" type="sibTrans" cxnId="{BBCCCC9E-E0BF-4E4B-93F1-35196F3EA9C2}">
      <dgm:prSet/>
      <dgm:spPr/>
      <dgm:t>
        <a:bodyPr/>
        <a:lstStyle/>
        <a:p>
          <a:endParaRPr lang="en-US"/>
        </a:p>
      </dgm:t>
    </dgm:pt>
    <dgm:pt modelId="{376362EA-59E2-41D8-BB36-288D548BF40A}">
      <dgm:prSet/>
      <dgm:spPr/>
      <dgm:t>
        <a:bodyPr/>
        <a:lstStyle/>
        <a:p>
          <a:pPr>
            <a:lnSpc>
              <a:spcPct val="100000"/>
            </a:lnSpc>
            <a:defRPr b="1"/>
          </a:pPr>
          <a:r>
            <a:rPr lang="en-US"/>
            <a:t>Slow Speech Techniques</a:t>
          </a:r>
        </a:p>
      </dgm:t>
    </dgm:pt>
    <dgm:pt modelId="{B8092DE0-B845-45A0-8F62-12BE9C41233A}" type="parTrans" cxnId="{89C1469B-61AC-47CE-B9B1-F7ACE2033F5A}">
      <dgm:prSet/>
      <dgm:spPr/>
      <dgm:t>
        <a:bodyPr/>
        <a:lstStyle/>
        <a:p>
          <a:endParaRPr lang="en-US"/>
        </a:p>
      </dgm:t>
    </dgm:pt>
    <dgm:pt modelId="{6584A32A-0413-4D1F-A512-B617BF7038B7}" type="sibTrans" cxnId="{89C1469B-61AC-47CE-B9B1-F7ACE2033F5A}">
      <dgm:prSet/>
      <dgm:spPr/>
      <dgm:t>
        <a:bodyPr/>
        <a:lstStyle/>
        <a:p>
          <a:pPr>
            <a:lnSpc>
              <a:spcPct val="100000"/>
            </a:lnSpc>
            <a:defRPr b="1"/>
          </a:pPr>
          <a:endParaRPr lang="en-US"/>
        </a:p>
      </dgm:t>
    </dgm:pt>
    <dgm:pt modelId="{521DDAC3-2023-4A8E-B484-6B9C2F997EA9}">
      <dgm:prSet/>
      <dgm:spPr/>
      <dgm:t>
        <a:bodyPr/>
        <a:lstStyle/>
        <a:p>
          <a:pPr>
            <a:lnSpc>
              <a:spcPct val="100000"/>
            </a:lnSpc>
          </a:pPr>
          <a:r>
            <a:rPr lang="en-US"/>
            <a:t>Practicing slow speech allows you to articulate words clearly and improves overall enunciation.</a:t>
          </a:r>
        </a:p>
      </dgm:t>
    </dgm:pt>
    <dgm:pt modelId="{29F16122-A322-4C25-A687-17E4043059F1}" type="parTrans" cxnId="{8DEF1C12-0448-4473-B17B-90C324D6D9C8}">
      <dgm:prSet/>
      <dgm:spPr/>
      <dgm:t>
        <a:bodyPr/>
        <a:lstStyle/>
        <a:p>
          <a:endParaRPr lang="en-US"/>
        </a:p>
      </dgm:t>
    </dgm:pt>
    <dgm:pt modelId="{339E6E60-DD17-4047-B7E4-17D927B825EE}" type="sibTrans" cxnId="{8DEF1C12-0448-4473-B17B-90C324D6D9C8}">
      <dgm:prSet/>
      <dgm:spPr/>
      <dgm:t>
        <a:bodyPr/>
        <a:lstStyle/>
        <a:p>
          <a:endParaRPr lang="en-US"/>
        </a:p>
      </dgm:t>
    </dgm:pt>
    <dgm:pt modelId="{46EC53F1-0E1F-4C5F-A264-7E380D68C09F}">
      <dgm:prSet/>
      <dgm:spPr/>
      <dgm:t>
        <a:bodyPr/>
        <a:lstStyle/>
        <a:p>
          <a:pPr>
            <a:lnSpc>
              <a:spcPct val="100000"/>
            </a:lnSpc>
            <a:defRPr b="1"/>
          </a:pPr>
          <a:r>
            <a:rPr lang="en-US"/>
            <a:t>Focus on Pronunciation</a:t>
          </a:r>
        </a:p>
      </dgm:t>
    </dgm:pt>
    <dgm:pt modelId="{03F4D705-C1CA-4282-A1F2-BABE7405D063}" type="parTrans" cxnId="{8FE1B34D-C46A-41A6-A63D-FDD0B52F62BD}">
      <dgm:prSet/>
      <dgm:spPr/>
      <dgm:t>
        <a:bodyPr/>
        <a:lstStyle/>
        <a:p>
          <a:endParaRPr lang="en-US"/>
        </a:p>
      </dgm:t>
    </dgm:pt>
    <dgm:pt modelId="{2568EEF2-01A2-46A0-BB75-2EC8621198EE}" type="sibTrans" cxnId="{8FE1B34D-C46A-41A6-A63D-FDD0B52F62BD}">
      <dgm:prSet/>
      <dgm:spPr/>
      <dgm:t>
        <a:bodyPr/>
        <a:lstStyle/>
        <a:p>
          <a:endParaRPr lang="en-US"/>
        </a:p>
      </dgm:t>
    </dgm:pt>
    <dgm:pt modelId="{0A8B1704-9BA0-4AA4-B496-50CA959380AC}">
      <dgm:prSet/>
      <dgm:spPr/>
      <dgm:t>
        <a:bodyPr/>
        <a:lstStyle/>
        <a:p>
          <a:pPr>
            <a:lnSpc>
              <a:spcPct val="100000"/>
            </a:lnSpc>
          </a:pPr>
          <a:r>
            <a:rPr lang="en-US"/>
            <a:t>Focusing on correct pronunciation helps develop clearer speech patterns and boosts self-confidence.</a:t>
          </a:r>
        </a:p>
      </dgm:t>
    </dgm:pt>
    <dgm:pt modelId="{ABBBBFC2-C280-4307-8E34-E6D57AD0989E}" type="parTrans" cxnId="{7690C704-724B-4756-AEF6-A28D81300BCB}">
      <dgm:prSet/>
      <dgm:spPr/>
      <dgm:t>
        <a:bodyPr/>
        <a:lstStyle/>
        <a:p>
          <a:endParaRPr lang="en-US"/>
        </a:p>
      </dgm:t>
    </dgm:pt>
    <dgm:pt modelId="{1BCBD04C-76A4-4B3C-A413-30047F7FF4B8}" type="sibTrans" cxnId="{7690C704-724B-4756-AEF6-A28D81300BCB}">
      <dgm:prSet/>
      <dgm:spPr/>
      <dgm:t>
        <a:bodyPr/>
        <a:lstStyle/>
        <a:p>
          <a:endParaRPr lang="en-US"/>
        </a:p>
      </dgm:t>
    </dgm:pt>
    <dgm:pt modelId="{110B7E89-EFDC-4F52-B648-527F187E3F19}" type="pres">
      <dgm:prSet presAssocID="{04EB0068-F77A-4201-8D67-FB4C592F389A}" presName="Root" presStyleCnt="0">
        <dgm:presLayoutVars>
          <dgm:dir/>
          <dgm:resizeHandles val="exact"/>
        </dgm:presLayoutVars>
      </dgm:prSet>
      <dgm:spPr/>
    </dgm:pt>
    <dgm:pt modelId="{99A49FB7-B1DC-415F-A6E6-0B29163F6878}" type="pres">
      <dgm:prSet presAssocID="{7B893B60-2C72-4C88-BFBD-3286EB9CB1CE}" presName="Composite" presStyleCnt="0"/>
      <dgm:spPr/>
    </dgm:pt>
    <dgm:pt modelId="{54EAFE5B-DE3A-4D59-873F-6B9E9A4EDACB}" type="pres">
      <dgm:prSet presAssocID="{7B893B60-2C72-4C88-BFBD-3286EB9CB1CE}"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t="4750" r="-3" b="27498"/>
          <a:stretch/>
        </a:blipFill>
      </dgm:spPr>
      <dgm:extLst>
        <a:ext uri="{E40237B7-FDA0-4F09-8148-C483321AD2D9}">
          <dgm14:cNvPr xmlns:dgm14="http://schemas.microsoft.com/office/drawing/2010/diagram" id="0" name="" descr="Portrait Of A Young Woman Making A Silly Face"/>
        </a:ext>
      </dgm:extLst>
    </dgm:pt>
    <dgm:pt modelId="{951D48B0-763E-4609-8E0E-A5D856D5071E}" type="pres">
      <dgm:prSet presAssocID="{7B893B60-2C72-4C88-BFBD-3286EB9CB1CE}" presName="Subtitle" presStyleLbl="revTx" presStyleIdx="0" presStyleCnt="6">
        <dgm:presLayoutVars>
          <dgm:chMax val="0"/>
          <dgm:bulletEnabled/>
        </dgm:presLayoutVars>
      </dgm:prSet>
      <dgm:spPr/>
    </dgm:pt>
    <dgm:pt modelId="{AC0EF36F-7D37-408B-A0ED-CD4E20F53047}" type="pres">
      <dgm:prSet presAssocID="{7B893B60-2C72-4C88-BFBD-3286EB9CB1CE}" presName="Description" presStyleLbl="revTx" presStyleIdx="1" presStyleCnt="6">
        <dgm:presLayoutVars>
          <dgm:bulletEnabled/>
        </dgm:presLayoutVars>
      </dgm:prSet>
      <dgm:spPr/>
    </dgm:pt>
    <dgm:pt modelId="{A78C1F8D-FC67-4515-8EAB-FB4D6BA9D11B}" type="pres">
      <dgm:prSet presAssocID="{57D17744-D82E-4C5F-A081-5D42846F29A3}" presName="sibTrans" presStyleLbl="sibTrans2D1" presStyleIdx="0" presStyleCnt="0"/>
      <dgm:spPr/>
    </dgm:pt>
    <dgm:pt modelId="{E2DD81D1-D409-4495-9020-8329FB252A0C}" type="pres">
      <dgm:prSet presAssocID="{376362EA-59E2-41D8-BB36-288D548BF40A}" presName="Composite" presStyleCnt="0"/>
      <dgm:spPr/>
    </dgm:pt>
    <dgm:pt modelId="{E95EDAFC-5A80-446C-A2C7-F14143D70555}" type="pres">
      <dgm:prSet presAssocID="{376362EA-59E2-41D8-BB36-288D548BF40A}"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t="64" r="-2" b="33185"/>
          <a:stretch/>
        </a:blipFill>
      </dgm:spPr>
      <dgm:extLst>
        <a:ext uri="{E40237B7-FDA0-4F09-8148-C483321AD2D9}">
          <dgm14:cNvPr xmlns:dgm14="http://schemas.microsoft.com/office/drawing/2010/diagram" id="0" name="" descr="Man sitting despaired on chair with orange speech bubble."/>
        </a:ext>
      </dgm:extLst>
    </dgm:pt>
    <dgm:pt modelId="{3B5B4EDC-A39E-4106-8504-1A501AD4608D}" type="pres">
      <dgm:prSet presAssocID="{376362EA-59E2-41D8-BB36-288D548BF40A}" presName="Subtitle" presStyleLbl="revTx" presStyleIdx="2" presStyleCnt="6">
        <dgm:presLayoutVars>
          <dgm:chMax val="0"/>
          <dgm:bulletEnabled/>
        </dgm:presLayoutVars>
      </dgm:prSet>
      <dgm:spPr/>
    </dgm:pt>
    <dgm:pt modelId="{E3B2D51D-83F6-4034-BDD1-538FDAB396AF}" type="pres">
      <dgm:prSet presAssocID="{376362EA-59E2-41D8-BB36-288D548BF40A}" presName="Description" presStyleLbl="revTx" presStyleIdx="3" presStyleCnt="6">
        <dgm:presLayoutVars>
          <dgm:bulletEnabled/>
        </dgm:presLayoutVars>
      </dgm:prSet>
      <dgm:spPr/>
    </dgm:pt>
    <dgm:pt modelId="{EE6B521B-BD7D-47E9-AF76-DB1669D36ED6}" type="pres">
      <dgm:prSet presAssocID="{6584A32A-0413-4D1F-A512-B617BF7038B7}" presName="sibTrans" presStyleLbl="sibTrans2D1" presStyleIdx="0" presStyleCnt="0"/>
      <dgm:spPr/>
    </dgm:pt>
    <dgm:pt modelId="{1D12AD8D-553E-4155-9998-ABBDC314D810}" type="pres">
      <dgm:prSet presAssocID="{46EC53F1-0E1F-4C5F-A264-7E380D68C09F}" presName="Composite" presStyleCnt="0"/>
      <dgm:spPr/>
    </dgm:pt>
    <dgm:pt modelId="{9F5A5C3F-D22A-4189-B2E0-C36BB2C9D528}" type="pres">
      <dgm:prSet presAssocID="{46EC53F1-0E1F-4C5F-A264-7E380D68C09F}"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8394" r="24855" b="-2"/>
          <a:stretch/>
        </a:blipFill>
      </dgm:spPr>
      <dgm:extLst>
        <a:ext uri="{E40237B7-FDA0-4F09-8148-C483321AD2D9}">
          <dgm14:cNvPr xmlns:dgm14="http://schemas.microsoft.com/office/drawing/2010/diagram" id="0" name="" descr="Male Human Eye Macro Shooting"/>
        </a:ext>
      </dgm:extLst>
    </dgm:pt>
    <dgm:pt modelId="{C2F4A31D-1DD7-4247-9DE5-72B7206652F4}" type="pres">
      <dgm:prSet presAssocID="{46EC53F1-0E1F-4C5F-A264-7E380D68C09F}" presName="Subtitle" presStyleLbl="revTx" presStyleIdx="4" presStyleCnt="6">
        <dgm:presLayoutVars>
          <dgm:chMax val="0"/>
          <dgm:bulletEnabled/>
        </dgm:presLayoutVars>
      </dgm:prSet>
      <dgm:spPr/>
    </dgm:pt>
    <dgm:pt modelId="{81332BD6-9C1E-47D9-9273-3CA5A7ABF570}" type="pres">
      <dgm:prSet presAssocID="{46EC53F1-0E1F-4C5F-A264-7E380D68C09F}" presName="Description" presStyleLbl="revTx" presStyleIdx="5" presStyleCnt="6">
        <dgm:presLayoutVars>
          <dgm:bulletEnabled/>
        </dgm:presLayoutVars>
      </dgm:prSet>
      <dgm:spPr/>
    </dgm:pt>
  </dgm:ptLst>
  <dgm:cxnLst>
    <dgm:cxn modelId="{7690C704-724B-4756-AEF6-A28D81300BCB}" srcId="{46EC53F1-0E1F-4C5F-A264-7E380D68C09F}" destId="{0A8B1704-9BA0-4AA4-B496-50CA959380AC}" srcOrd="0" destOrd="0" parTransId="{ABBBBFC2-C280-4307-8E34-E6D57AD0989E}" sibTransId="{1BCBD04C-76A4-4B3C-A413-30047F7FF4B8}"/>
    <dgm:cxn modelId="{C400E90F-8817-47C5-968A-8C7EE79CA64D}" type="presOf" srcId="{EFD439FA-2CFF-43FA-BA3E-985CE69AF1E7}" destId="{AC0EF36F-7D37-408B-A0ED-CD4E20F53047}" srcOrd="0" destOrd="0" presId="urn:microsoft.com/office/officeart/2024/3/layout/verticalVisualTextBlock1"/>
    <dgm:cxn modelId="{8DEF1C12-0448-4473-B17B-90C324D6D9C8}" srcId="{376362EA-59E2-41D8-BB36-288D548BF40A}" destId="{521DDAC3-2023-4A8E-B484-6B9C2F997EA9}" srcOrd="0" destOrd="0" parTransId="{29F16122-A322-4C25-A687-17E4043059F1}" sibTransId="{339E6E60-DD17-4047-B7E4-17D927B825EE}"/>
    <dgm:cxn modelId="{D7A9DD2E-1400-497F-99FF-BD3FB49898F2}" srcId="{04EB0068-F77A-4201-8D67-FB4C592F389A}" destId="{7B893B60-2C72-4C88-BFBD-3286EB9CB1CE}" srcOrd="0" destOrd="0" parTransId="{AD6D0ABC-2BEE-4FAC-ACE9-5251CABD61DF}" sibTransId="{57D17744-D82E-4C5F-A081-5D42846F29A3}"/>
    <dgm:cxn modelId="{AAB9A645-69DA-4F93-BD7D-0A1120A03358}" type="presOf" srcId="{57D17744-D82E-4C5F-A081-5D42846F29A3}" destId="{A78C1F8D-FC67-4515-8EAB-FB4D6BA9D11B}" srcOrd="0" destOrd="0" presId="urn:microsoft.com/office/officeart/2024/3/layout/verticalVisualTextBlock1"/>
    <dgm:cxn modelId="{A9A03A47-FC93-47C5-9E27-269A3BE4BA5E}" type="presOf" srcId="{7B893B60-2C72-4C88-BFBD-3286EB9CB1CE}" destId="{951D48B0-763E-4609-8E0E-A5D856D5071E}" srcOrd="0" destOrd="0" presId="urn:microsoft.com/office/officeart/2024/3/layout/verticalVisualTextBlock1"/>
    <dgm:cxn modelId="{8FE1B34D-C46A-41A6-A63D-FDD0B52F62BD}" srcId="{04EB0068-F77A-4201-8D67-FB4C592F389A}" destId="{46EC53F1-0E1F-4C5F-A264-7E380D68C09F}" srcOrd="2" destOrd="0" parTransId="{03F4D705-C1CA-4282-A1F2-BABE7405D063}" sibTransId="{2568EEF2-01A2-46A0-BB75-2EC8621198EE}"/>
    <dgm:cxn modelId="{02F0996F-3EE6-4217-BB8D-99748E085076}" type="presOf" srcId="{46EC53F1-0E1F-4C5F-A264-7E380D68C09F}" destId="{C2F4A31D-1DD7-4247-9DE5-72B7206652F4}" srcOrd="0" destOrd="0" presId="urn:microsoft.com/office/officeart/2024/3/layout/verticalVisualTextBlock1"/>
    <dgm:cxn modelId="{03519F4F-CEF9-476A-9820-A8D257244DBF}" type="presOf" srcId="{6584A32A-0413-4D1F-A512-B617BF7038B7}" destId="{EE6B521B-BD7D-47E9-AF76-DB1669D36ED6}" srcOrd="0" destOrd="0" presId="urn:microsoft.com/office/officeart/2024/3/layout/verticalVisualTextBlock1"/>
    <dgm:cxn modelId="{8865F059-D9E9-4D39-9715-3D5F46242F32}" type="presOf" srcId="{521DDAC3-2023-4A8E-B484-6B9C2F997EA9}" destId="{E3B2D51D-83F6-4034-BDD1-538FDAB396AF}" srcOrd="0" destOrd="0" presId="urn:microsoft.com/office/officeart/2024/3/layout/verticalVisualTextBlock1"/>
    <dgm:cxn modelId="{02D15D93-4318-4FA3-9BA0-1B2F38493E2F}" type="presOf" srcId="{04EB0068-F77A-4201-8D67-FB4C592F389A}" destId="{110B7E89-EFDC-4F52-B648-527F187E3F19}" srcOrd="0" destOrd="0" presId="urn:microsoft.com/office/officeart/2024/3/layout/verticalVisualTextBlock1"/>
    <dgm:cxn modelId="{6A359F99-895C-4AE8-BC59-C2A3680ABAF2}" type="presOf" srcId="{376362EA-59E2-41D8-BB36-288D548BF40A}" destId="{3B5B4EDC-A39E-4106-8504-1A501AD4608D}" srcOrd="0" destOrd="0" presId="urn:microsoft.com/office/officeart/2024/3/layout/verticalVisualTextBlock1"/>
    <dgm:cxn modelId="{89C1469B-61AC-47CE-B9B1-F7ACE2033F5A}" srcId="{04EB0068-F77A-4201-8D67-FB4C592F389A}" destId="{376362EA-59E2-41D8-BB36-288D548BF40A}" srcOrd="1" destOrd="0" parTransId="{B8092DE0-B845-45A0-8F62-12BE9C41233A}" sibTransId="{6584A32A-0413-4D1F-A512-B617BF7038B7}"/>
    <dgm:cxn modelId="{BBCCCC9E-E0BF-4E4B-93F1-35196F3EA9C2}" srcId="{7B893B60-2C72-4C88-BFBD-3286EB9CB1CE}" destId="{EFD439FA-2CFF-43FA-BA3E-985CE69AF1E7}" srcOrd="0" destOrd="0" parTransId="{8962E2A7-67BA-4335-9A4E-9AB147760DF0}" sibTransId="{EA81E9B0-65F1-4C0F-9C0C-249E0A5461C4}"/>
    <dgm:cxn modelId="{D5A73DB9-FCBA-46DB-AE50-314362835B7B}" type="presOf" srcId="{0A8B1704-9BA0-4AA4-B496-50CA959380AC}" destId="{81332BD6-9C1E-47D9-9273-3CA5A7ABF570}" srcOrd="0" destOrd="0" presId="urn:microsoft.com/office/officeart/2024/3/layout/verticalVisualTextBlock1"/>
    <dgm:cxn modelId="{EB8D02F1-9E6A-4B22-B526-B60DE1CAF16F}" type="presParOf" srcId="{110B7E89-EFDC-4F52-B648-527F187E3F19}" destId="{99A49FB7-B1DC-415F-A6E6-0B29163F6878}" srcOrd="0" destOrd="0" presId="urn:microsoft.com/office/officeart/2024/3/layout/verticalVisualTextBlock1"/>
    <dgm:cxn modelId="{FA2FEBD6-618E-49AB-AF70-AD4DEF675627}" type="presParOf" srcId="{99A49FB7-B1DC-415F-A6E6-0B29163F6878}" destId="{54EAFE5B-DE3A-4D59-873F-6B9E9A4EDACB}" srcOrd="0" destOrd="0" presId="urn:microsoft.com/office/officeart/2024/3/layout/verticalVisualTextBlock1"/>
    <dgm:cxn modelId="{B9C1B0B1-03B4-4E69-8FDB-C26EF109CF8E}" type="presParOf" srcId="{99A49FB7-B1DC-415F-A6E6-0B29163F6878}" destId="{951D48B0-763E-4609-8E0E-A5D856D5071E}" srcOrd="1" destOrd="0" presId="urn:microsoft.com/office/officeart/2024/3/layout/verticalVisualTextBlock1"/>
    <dgm:cxn modelId="{CC43E8DA-986A-4E61-8FE3-652E1F598805}" type="presParOf" srcId="{99A49FB7-B1DC-415F-A6E6-0B29163F6878}" destId="{AC0EF36F-7D37-408B-A0ED-CD4E20F53047}" srcOrd="2" destOrd="0" presId="urn:microsoft.com/office/officeart/2024/3/layout/verticalVisualTextBlock1"/>
    <dgm:cxn modelId="{0AB0040F-5A3E-476A-B014-DA4CA8F573E1}" type="presParOf" srcId="{110B7E89-EFDC-4F52-B648-527F187E3F19}" destId="{A78C1F8D-FC67-4515-8EAB-FB4D6BA9D11B}" srcOrd="1" destOrd="0" presId="urn:microsoft.com/office/officeart/2024/3/layout/verticalVisualTextBlock1"/>
    <dgm:cxn modelId="{44DECA6E-17E2-4CE8-8B22-DB266B10D968}" type="presParOf" srcId="{110B7E89-EFDC-4F52-B648-527F187E3F19}" destId="{E2DD81D1-D409-4495-9020-8329FB252A0C}" srcOrd="2" destOrd="0" presId="urn:microsoft.com/office/officeart/2024/3/layout/verticalVisualTextBlock1"/>
    <dgm:cxn modelId="{AC0F40B1-9094-4B6F-8D5A-A1E9EF91D13B}" type="presParOf" srcId="{E2DD81D1-D409-4495-9020-8329FB252A0C}" destId="{E95EDAFC-5A80-446C-A2C7-F14143D70555}" srcOrd="0" destOrd="0" presId="urn:microsoft.com/office/officeart/2024/3/layout/verticalVisualTextBlock1"/>
    <dgm:cxn modelId="{2C43BD55-EB0C-4E51-B28A-F0DDE9819C41}" type="presParOf" srcId="{E2DD81D1-D409-4495-9020-8329FB252A0C}" destId="{3B5B4EDC-A39E-4106-8504-1A501AD4608D}" srcOrd="1" destOrd="0" presId="urn:microsoft.com/office/officeart/2024/3/layout/verticalVisualTextBlock1"/>
    <dgm:cxn modelId="{53A567F6-0343-4F9F-8663-DBC4B4841BAB}" type="presParOf" srcId="{E2DD81D1-D409-4495-9020-8329FB252A0C}" destId="{E3B2D51D-83F6-4034-BDD1-538FDAB396AF}" srcOrd="2" destOrd="0" presId="urn:microsoft.com/office/officeart/2024/3/layout/verticalVisualTextBlock1"/>
    <dgm:cxn modelId="{B2866D23-213B-4ADB-8566-89DAC6B65E58}" type="presParOf" srcId="{110B7E89-EFDC-4F52-B648-527F187E3F19}" destId="{EE6B521B-BD7D-47E9-AF76-DB1669D36ED6}" srcOrd="3" destOrd="0" presId="urn:microsoft.com/office/officeart/2024/3/layout/verticalVisualTextBlock1"/>
    <dgm:cxn modelId="{C6480872-44DB-4FFE-A957-BAE895A06181}" type="presParOf" srcId="{110B7E89-EFDC-4F52-B648-527F187E3F19}" destId="{1D12AD8D-553E-4155-9998-ABBDC314D810}" srcOrd="4" destOrd="0" presId="urn:microsoft.com/office/officeart/2024/3/layout/verticalVisualTextBlock1"/>
    <dgm:cxn modelId="{A6A6F2AA-D98A-4DE2-9D45-C6B132304AA5}" type="presParOf" srcId="{1D12AD8D-553E-4155-9998-ABBDC314D810}" destId="{9F5A5C3F-D22A-4189-B2E0-C36BB2C9D528}" srcOrd="0" destOrd="0" presId="urn:microsoft.com/office/officeart/2024/3/layout/verticalVisualTextBlock1"/>
    <dgm:cxn modelId="{11C3038E-3DC7-440D-8B08-36A91683ABCD}" type="presParOf" srcId="{1D12AD8D-553E-4155-9998-ABBDC314D810}" destId="{C2F4A31D-1DD7-4247-9DE5-72B7206652F4}" srcOrd="1" destOrd="0" presId="urn:microsoft.com/office/officeart/2024/3/layout/verticalVisualTextBlock1"/>
    <dgm:cxn modelId="{75E8B2EA-F714-4C60-8DA3-201AA970B313}" type="presParOf" srcId="{1D12AD8D-553E-4155-9998-ABBDC314D810}" destId="{81332BD6-9C1E-47D9-9273-3CA5A7ABF570}"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865B61-1E43-4AE5-9D7A-6695CCFEB3E4}"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FC9FEF58-5044-4DAB-8CE5-7E2145868BE8}">
      <dgm:prSet/>
      <dgm:spPr/>
      <dgm:t>
        <a:bodyPr/>
        <a:lstStyle/>
        <a:p>
          <a:pPr>
            <a:lnSpc>
              <a:spcPct val="100000"/>
            </a:lnSpc>
            <a:defRPr b="1"/>
          </a:pPr>
          <a:r>
            <a:rPr lang="en-US"/>
            <a:t>Breathing Techniques</a:t>
          </a:r>
        </a:p>
      </dgm:t>
    </dgm:pt>
    <dgm:pt modelId="{1E7DCB93-7A13-4147-B1F9-16B7EAEADC9E}" type="parTrans" cxnId="{170591A4-20B8-4B18-9222-83A8683CBD11}">
      <dgm:prSet/>
      <dgm:spPr/>
      <dgm:t>
        <a:bodyPr/>
        <a:lstStyle/>
        <a:p>
          <a:endParaRPr lang="en-US"/>
        </a:p>
      </dgm:t>
    </dgm:pt>
    <dgm:pt modelId="{9FED12B1-83B0-4C26-B8FA-7533B574F4EB}" type="sibTrans" cxnId="{170591A4-20B8-4B18-9222-83A8683CBD11}">
      <dgm:prSet/>
      <dgm:spPr/>
      <dgm:t>
        <a:bodyPr/>
        <a:lstStyle/>
        <a:p>
          <a:pPr>
            <a:lnSpc>
              <a:spcPct val="100000"/>
            </a:lnSpc>
            <a:defRPr b="1"/>
          </a:pPr>
          <a:endParaRPr lang="en-US"/>
        </a:p>
      </dgm:t>
    </dgm:pt>
    <dgm:pt modelId="{FBC8D0DA-C0B2-41FB-AA44-016F7CFA2BC7}">
      <dgm:prSet/>
      <dgm:spPr/>
      <dgm:t>
        <a:bodyPr/>
        <a:lstStyle/>
        <a:p>
          <a:pPr>
            <a:lnSpc>
              <a:spcPct val="100000"/>
            </a:lnSpc>
          </a:pPr>
          <a:r>
            <a:rPr lang="en-US"/>
            <a:t>Incorporating breathing exercises helps improve lung capacity and control, essential for clear vocal delivery.</a:t>
          </a:r>
        </a:p>
      </dgm:t>
    </dgm:pt>
    <dgm:pt modelId="{D8E5C493-DB2E-4EE8-ABCB-512F56EC80BE}" type="parTrans" cxnId="{DAA466A0-A281-414C-AA6E-591DBEB31E04}">
      <dgm:prSet/>
      <dgm:spPr/>
      <dgm:t>
        <a:bodyPr/>
        <a:lstStyle/>
        <a:p>
          <a:endParaRPr lang="en-US"/>
        </a:p>
      </dgm:t>
    </dgm:pt>
    <dgm:pt modelId="{0004FE31-58F7-419A-810E-744F042F8708}" type="sibTrans" cxnId="{DAA466A0-A281-414C-AA6E-591DBEB31E04}">
      <dgm:prSet/>
      <dgm:spPr/>
      <dgm:t>
        <a:bodyPr/>
        <a:lstStyle/>
        <a:p>
          <a:endParaRPr lang="en-US"/>
        </a:p>
      </dgm:t>
    </dgm:pt>
    <dgm:pt modelId="{9EC41531-BC19-484D-A978-E5EE61F7824A}">
      <dgm:prSet/>
      <dgm:spPr/>
      <dgm:t>
        <a:bodyPr/>
        <a:lstStyle/>
        <a:p>
          <a:pPr>
            <a:lnSpc>
              <a:spcPct val="100000"/>
            </a:lnSpc>
            <a:defRPr b="1"/>
          </a:pPr>
          <a:r>
            <a:rPr lang="en-US"/>
            <a:t>Pitch Modulation</a:t>
          </a:r>
        </a:p>
      </dgm:t>
    </dgm:pt>
    <dgm:pt modelId="{295573F0-DBFF-44FF-854E-50D22A714398}" type="parTrans" cxnId="{5EFF1F3E-D1F3-460B-BDB1-624889FA5C4F}">
      <dgm:prSet/>
      <dgm:spPr/>
      <dgm:t>
        <a:bodyPr/>
        <a:lstStyle/>
        <a:p>
          <a:endParaRPr lang="en-US"/>
        </a:p>
      </dgm:t>
    </dgm:pt>
    <dgm:pt modelId="{FF776C2D-38D4-43B1-9B27-9E47C12F4725}" type="sibTrans" cxnId="{5EFF1F3E-D1F3-460B-BDB1-624889FA5C4F}">
      <dgm:prSet/>
      <dgm:spPr/>
      <dgm:t>
        <a:bodyPr/>
        <a:lstStyle/>
        <a:p>
          <a:pPr>
            <a:lnSpc>
              <a:spcPct val="100000"/>
            </a:lnSpc>
            <a:defRPr b="1"/>
          </a:pPr>
          <a:endParaRPr lang="en-US"/>
        </a:p>
      </dgm:t>
    </dgm:pt>
    <dgm:pt modelId="{C30D2AB3-72EA-4870-AED8-6CB07A9F7E2D}">
      <dgm:prSet/>
      <dgm:spPr/>
      <dgm:t>
        <a:bodyPr/>
        <a:lstStyle/>
        <a:p>
          <a:pPr>
            <a:lnSpc>
              <a:spcPct val="100000"/>
            </a:lnSpc>
          </a:pPr>
          <a:r>
            <a:rPr lang="en-US"/>
            <a:t>Practicing pitch modulation enhances vocal variety and expressiveness, making speech more engaging for the audience.</a:t>
          </a:r>
        </a:p>
      </dgm:t>
    </dgm:pt>
    <dgm:pt modelId="{580D5C22-80FC-417B-8B4E-E240AE301542}" type="parTrans" cxnId="{5DB1E995-7A53-4CA0-9B62-1D2B7E010ECC}">
      <dgm:prSet/>
      <dgm:spPr/>
      <dgm:t>
        <a:bodyPr/>
        <a:lstStyle/>
        <a:p>
          <a:endParaRPr lang="en-US"/>
        </a:p>
      </dgm:t>
    </dgm:pt>
    <dgm:pt modelId="{9EDDCD99-AECA-4229-80D1-0037A4FA227A}" type="sibTrans" cxnId="{5DB1E995-7A53-4CA0-9B62-1D2B7E010ECC}">
      <dgm:prSet/>
      <dgm:spPr/>
      <dgm:t>
        <a:bodyPr/>
        <a:lstStyle/>
        <a:p>
          <a:endParaRPr lang="en-US"/>
        </a:p>
      </dgm:t>
    </dgm:pt>
    <dgm:pt modelId="{FD764638-B101-4C6D-AFCD-F9205DA52C10}">
      <dgm:prSet/>
      <dgm:spPr/>
      <dgm:t>
        <a:bodyPr/>
        <a:lstStyle/>
        <a:p>
          <a:pPr>
            <a:lnSpc>
              <a:spcPct val="100000"/>
            </a:lnSpc>
            <a:defRPr b="1"/>
          </a:pPr>
          <a:r>
            <a:rPr lang="en-US"/>
            <a:t>Vocal Warm-Ups</a:t>
          </a:r>
        </a:p>
      </dgm:t>
    </dgm:pt>
    <dgm:pt modelId="{A9A432DE-F3FA-4C39-BC76-96F8B211F0BA}" type="parTrans" cxnId="{160857DB-E1F6-4A9F-8B24-9D4C7A8E5ECD}">
      <dgm:prSet/>
      <dgm:spPr/>
      <dgm:t>
        <a:bodyPr/>
        <a:lstStyle/>
        <a:p>
          <a:endParaRPr lang="en-US"/>
        </a:p>
      </dgm:t>
    </dgm:pt>
    <dgm:pt modelId="{4EF4D62C-67A8-4610-9105-0075F2A8D043}" type="sibTrans" cxnId="{160857DB-E1F6-4A9F-8B24-9D4C7A8E5ECD}">
      <dgm:prSet/>
      <dgm:spPr/>
      <dgm:t>
        <a:bodyPr/>
        <a:lstStyle/>
        <a:p>
          <a:endParaRPr lang="en-US"/>
        </a:p>
      </dgm:t>
    </dgm:pt>
    <dgm:pt modelId="{8403F128-B8A5-4CB6-A197-677F4BC17D9D}">
      <dgm:prSet/>
      <dgm:spPr/>
      <dgm:t>
        <a:bodyPr/>
        <a:lstStyle/>
        <a:p>
          <a:pPr>
            <a:lnSpc>
              <a:spcPct val="100000"/>
            </a:lnSpc>
          </a:pPr>
          <a:r>
            <a:rPr lang="en-US"/>
            <a:t>Regular vocal warm-ups prepare the voice for speaking or singing, leading to improved vocal quality and endurance.</a:t>
          </a:r>
        </a:p>
      </dgm:t>
    </dgm:pt>
    <dgm:pt modelId="{1663227F-B37F-494A-A5BD-1ECEB4448686}" type="parTrans" cxnId="{E602429D-585A-4FE3-BCE1-0B0DD3A7A601}">
      <dgm:prSet/>
      <dgm:spPr/>
      <dgm:t>
        <a:bodyPr/>
        <a:lstStyle/>
        <a:p>
          <a:endParaRPr lang="en-US"/>
        </a:p>
      </dgm:t>
    </dgm:pt>
    <dgm:pt modelId="{40A8065E-BB35-40A1-8462-B43F12965106}" type="sibTrans" cxnId="{E602429D-585A-4FE3-BCE1-0B0DD3A7A601}">
      <dgm:prSet/>
      <dgm:spPr/>
      <dgm:t>
        <a:bodyPr/>
        <a:lstStyle/>
        <a:p>
          <a:endParaRPr lang="en-US"/>
        </a:p>
      </dgm:t>
    </dgm:pt>
    <dgm:pt modelId="{7E52D2A5-7E79-407F-8040-7E0647BE43E4}" type="pres">
      <dgm:prSet presAssocID="{AA865B61-1E43-4AE5-9D7A-6695CCFEB3E4}" presName="Root" presStyleCnt="0">
        <dgm:presLayoutVars>
          <dgm:dir/>
          <dgm:resizeHandles val="exact"/>
        </dgm:presLayoutVars>
      </dgm:prSet>
      <dgm:spPr/>
    </dgm:pt>
    <dgm:pt modelId="{2CF66C00-E1CA-407E-A669-99B282C682CF}" type="pres">
      <dgm:prSet presAssocID="{FC9FEF58-5044-4DAB-8CE5-7E2145868BE8}" presName="Composite" presStyleCnt="0"/>
      <dgm:spPr/>
    </dgm:pt>
    <dgm:pt modelId="{1158C664-52BA-4A33-B02C-CD92C9E65B4A}" type="pres">
      <dgm:prSet presAssocID="{FC9FEF58-5044-4DAB-8CE5-7E2145868BE8}"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6356" r="26882" b="-18"/>
          <a:stretch/>
        </a:blipFill>
      </dgm:spPr>
      <dgm:extLst>
        <a:ext uri="{E40237B7-FDA0-4F09-8148-C483321AD2D9}">
          <dgm14:cNvPr xmlns:dgm14="http://schemas.microsoft.com/office/drawing/2010/diagram" id="0" name="" descr="Female meditating in forest"/>
        </a:ext>
      </dgm:extLst>
    </dgm:pt>
    <dgm:pt modelId="{6CD7C602-C783-47D6-885A-0D858370C4B9}" type="pres">
      <dgm:prSet presAssocID="{FC9FEF58-5044-4DAB-8CE5-7E2145868BE8}" presName="Subtitle" presStyleLbl="revTx" presStyleIdx="0" presStyleCnt="6">
        <dgm:presLayoutVars>
          <dgm:chMax val="0"/>
          <dgm:bulletEnabled/>
        </dgm:presLayoutVars>
      </dgm:prSet>
      <dgm:spPr/>
    </dgm:pt>
    <dgm:pt modelId="{A1761E56-1DBC-44D8-8A22-E8B42B8DFF5E}" type="pres">
      <dgm:prSet presAssocID="{FC9FEF58-5044-4DAB-8CE5-7E2145868BE8}" presName="Description" presStyleLbl="revTx" presStyleIdx="1" presStyleCnt="6">
        <dgm:presLayoutVars>
          <dgm:bulletEnabled/>
        </dgm:presLayoutVars>
      </dgm:prSet>
      <dgm:spPr/>
    </dgm:pt>
    <dgm:pt modelId="{F2ADB27A-1E33-4EF2-BDE0-C901E920C585}" type="pres">
      <dgm:prSet presAssocID="{9FED12B1-83B0-4C26-B8FA-7533B574F4EB}" presName="sibTrans" presStyleLbl="sibTrans2D1" presStyleIdx="0" presStyleCnt="0"/>
      <dgm:spPr/>
    </dgm:pt>
    <dgm:pt modelId="{7CF917A7-D15D-4464-8CA5-5415D364E8C6}" type="pres">
      <dgm:prSet presAssocID="{9EC41531-BC19-484D-A978-E5EE61F7824A}" presName="Composite" presStyleCnt="0"/>
      <dgm:spPr/>
    </dgm:pt>
    <dgm:pt modelId="{A7E06AEF-BF28-4E86-AE1A-08A700A9DF12}" type="pres">
      <dgm:prSet presAssocID="{9EC41531-BC19-484D-A978-E5EE61F7824A}"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9755" r="13483" b="-18"/>
          <a:stretch/>
        </a:blipFill>
      </dgm:spPr>
      <dgm:extLst>
        <a:ext uri="{E40237B7-FDA0-4F09-8148-C483321AD2D9}">
          <dgm14:cNvPr xmlns:dgm14="http://schemas.microsoft.com/office/drawing/2010/diagram" id="0" name="" descr="Charts in　clear file case"/>
        </a:ext>
      </dgm:extLst>
    </dgm:pt>
    <dgm:pt modelId="{EA2503D3-2DC7-4F68-834C-785EBB278BBA}" type="pres">
      <dgm:prSet presAssocID="{9EC41531-BC19-484D-A978-E5EE61F7824A}" presName="Subtitle" presStyleLbl="revTx" presStyleIdx="2" presStyleCnt="6">
        <dgm:presLayoutVars>
          <dgm:chMax val="0"/>
          <dgm:bulletEnabled/>
        </dgm:presLayoutVars>
      </dgm:prSet>
      <dgm:spPr/>
    </dgm:pt>
    <dgm:pt modelId="{B3191E68-F496-4B35-BBB1-C0E0ACC9FF2B}" type="pres">
      <dgm:prSet presAssocID="{9EC41531-BC19-484D-A978-E5EE61F7824A}" presName="Description" presStyleLbl="revTx" presStyleIdx="3" presStyleCnt="6">
        <dgm:presLayoutVars>
          <dgm:bulletEnabled/>
        </dgm:presLayoutVars>
      </dgm:prSet>
      <dgm:spPr/>
    </dgm:pt>
    <dgm:pt modelId="{E074591D-49B4-4EA9-93E7-B51A463BD6F2}" type="pres">
      <dgm:prSet presAssocID="{FF776C2D-38D4-43B1-9B27-9E47C12F4725}" presName="sibTrans" presStyleLbl="sibTrans2D1" presStyleIdx="0" presStyleCnt="0"/>
      <dgm:spPr/>
    </dgm:pt>
    <dgm:pt modelId="{08B087C5-6813-49AC-98F5-ED3A96D736AE}" type="pres">
      <dgm:prSet presAssocID="{FD764638-B101-4C6D-AFCD-F9205DA52C10}" presName="Composite" presStyleCnt="0"/>
      <dgm:spPr/>
    </dgm:pt>
    <dgm:pt modelId="{E49E2028-7764-4724-B37C-9BB9477E2CC8}" type="pres">
      <dgm:prSet presAssocID="{FD764638-B101-4C6D-AFCD-F9205DA52C10}"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5755" r="7483" b="-18"/>
          <a:stretch/>
        </a:blipFill>
      </dgm:spPr>
      <dgm:extLst>
        <a:ext uri="{E40237B7-FDA0-4F09-8148-C483321AD2D9}">
          <dgm14:cNvPr xmlns:dgm14="http://schemas.microsoft.com/office/drawing/2010/diagram" id="0" name="" descr="Mid adult woman making gesture, explaining alphabet, showing letter E, using American sign language"/>
        </a:ext>
      </dgm:extLst>
    </dgm:pt>
    <dgm:pt modelId="{7B3D29FC-7DDF-44F8-BBA5-1ACCB236D0C2}" type="pres">
      <dgm:prSet presAssocID="{FD764638-B101-4C6D-AFCD-F9205DA52C10}" presName="Subtitle" presStyleLbl="revTx" presStyleIdx="4" presStyleCnt="6">
        <dgm:presLayoutVars>
          <dgm:chMax val="0"/>
          <dgm:bulletEnabled/>
        </dgm:presLayoutVars>
      </dgm:prSet>
      <dgm:spPr/>
    </dgm:pt>
    <dgm:pt modelId="{D77E1BD5-D9D8-4C86-B271-C80FE7273D1E}" type="pres">
      <dgm:prSet presAssocID="{FD764638-B101-4C6D-AFCD-F9205DA52C10}" presName="Description" presStyleLbl="revTx" presStyleIdx="5" presStyleCnt="6">
        <dgm:presLayoutVars>
          <dgm:bulletEnabled/>
        </dgm:presLayoutVars>
      </dgm:prSet>
      <dgm:spPr/>
    </dgm:pt>
  </dgm:ptLst>
  <dgm:cxnLst>
    <dgm:cxn modelId="{F7B8110C-019D-4C9F-BAA1-652A04EBE635}" type="presOf" srcId="{9EC41531-BC19-484D-A978-E5EE61F7824A}" destId="{EA2503D3-2DC7-4F68-834C-785EBB278BBA}" srcOrd="0" destOrd="0" presId="urn:microsoft.com/office/officeart/2024/3/layout/verticalVisualTextBlock1"/>
    <dgm:cxn modelId="{5EFF1F3E-D1F3-460B-BDB1-624889FA5C4F}" srcId="{AA865B61-1E43-4AE5-9D7A-6695CCFEB3E4}" destId="{9EC41531-BC19-484D-A978-E5EE61F7824A}" srcOrd="1" destOrd="0" parTransId="{295573F0-DBFF-44FF-854E-50D22A714398}" sibTransId="{FF776C2D-38D4-43B1-9B27-9E47C12F4725}"/>
    <dgm:cxn modelId="{BB82545F-3421-4215-B437-4CF548685E4A}" type="presOf" srcId="{AA865B61-1E43-4AE5-9D7A-6695CCFEB3E4}" destId="{7E52D2A5-7E79-407F-8040-7E0647BE43E4}" srcOrd="0" destOrd="0" presId="urn:microsoft.com/office/officeart/2024/3/layout/verticalVisualTextBlock1"/>
    <dgm:cxn modelId="{65A80857-F554-491E-AEC2-B1445C24D292}" type="presOf" srcId="{FF776C2D-38D4-43B1-9B27-9E47C12F4725}" destId="{E074591D-49B4-4EA9-93E7-B51A463BD6F2}" srcOrd="0" destOrd="0" presId="urn:microsoft.com/office/officeart/2024/3/layout/verticalVisualTextBlock1"/>
    <dgm:cxn modelId="{47CA4E7C-0FC2-4B08-8696-DB2A75D44DC6}" type="presOf" srcId="{8403F128-B8A5-4CB6-A197-677F4BC17D9D}" destId="{D77E1BD5-D9D8-4C86-B271-C80FE7273D1E}" srcOrd="0" destOrd="0" presId="urn:microsoft.com/office/officeart/2024/3/layout/verticalVisualTextBlock1"/>
    <dgm:cxn modelId="{2185D187-5271-4856-B679-926C3719EFB4}" type="presOf" srcId="{FC9FEF58-5044-4DAB-8CE5-7E2145868BE8}" destId="{6CD7C602-C783-47D6-885A-0D858370C4B9}" srcOrd="0" destOrd="0" presId="urn:microsoft.com/office/officeart/2024/3/layout/verticalVisualTextBlock1"/>
    <dgm:cxn modelId="{1483D793-8D61-47E7-B83A-38506ACA4F32}" type="presOf" srcId="{FBC8D0DA-C0B2-41FB-AA44-016F7CFA2BC7}" destId="{A1761E56-1DBC-44D8-8A22-E8B42B8DFF5E}" srcOrd="0" destOrd="0" presId="urn:microsoft.com/office/officeart/2024/3/layout/verticalVisualTextBlock1"/>
    <dgm:cxn modelId="{5DB1E995-7A53-4CA0-9B62-1D2B7E010ECC}" srcId="{9EC41531-BC19-484D-A978-E5EE61F7824A}" destId="{C30D2AB3-72EA-4870-AED8-6CB07A9F7E2D}" srcOrd="0" destOrd="0" parTransId="{580D5C22-80FC-417B-8B4E-E240AE301542}" sibTransId="{9EDDCD99-AECA-4229-80D1-0037A4FA227A}"/>
    <dgm:cxn modelId="{E602429D-585A-4FE3-BCE1-0B0DD3A7A601}" srcId="{FD764638-B101-4C6D-AFCD-F9205DA52C10}" destId="{8403F128-B8A5-4CB6-A197-677F4BC17D9D}" srcOrd="0" destOrd="0" parTransId="{1663227F-B37F-494A-A5BD-1ECEB4448686}" sibTransId="{40A8065E-BB35-40A1-8462-B43F12965106}"/>
    <dgm:cxn modelId="{DAA466A0-A281-414C-AA6E-591DBEB31E04}" srcId="{FC9FEF58-5044-4DAB-8CE5-7E2145868BE8}" destId="{FBC8D0DA-C0B2-41FB-AA44-016F7CFA2BC7}" srcOrd="0" destOrd="0" parTransId="{D8E5C493-DB2E-4EE8-ABCB-512F56EC80BE}" sibTransId="{0004FE31-58F7-419A-810E-744F042F8708}"/>
    <dgm:cxn modelId="{170591A4-20B8-4B18-9222-83A8683CBD11}" srcId="{AA865B61-1E43-4AE5-9D7A-6695CCFEB3E4}" destId="{FC9FEF58-5044-4DAB-8CE5-7E2145868BE8}" srcOrd="0" destOrd="0" parTransId="{1E7DCB93-7A13-4147-B1F9-16B7EAEADC9E}" sibTransId="{9FED12B1-83B0-4C26-B8FA-7533B574F4EB}"/>
    <dgm:cxn modelId="{8215F1B7-B2BE-49B0-A7D4-26010AAAE6CA}" type="presOf" srcId="{9FED12B1-83B0-4C26-B8FA-7533B574F4EB}" destId="{F2ADB27A-1E33-4EF2-BDE0-C901E920C585}" srcOrd="0" destOrd="0" presId="urn:microsoft.com/office/officeart/2024/3/layout/verticalVisualTextBlock1"/>
    <dgm:cxn modelId="{A486CABD-D0BB-4319-9D29-C08782597177}" type="presOf" srcId="{C30D2AB3-72EA-4870-AED8-6CB07A9F7E2D}" destId="{B3191E68-F496-4B35-BBB1-C0E0ACC9FF2B}" srcOrd="0" destOrd="0" presId="urn:microsoft.com/office/officeart/2024/3/layout/verticalVisualTextBlock1"/>
    <dgm:cxn modelId="{160857DB-E1F6-4A9F-8B24-9D4C7A8E5ECD}" srcId="{AA865B61-1E43-4AE5-9D7A-6695CCFEB3E4}" destId="{FD764638-B101-4C6D-AFCD-F9205DA52C10}" srcOrd="2" destOrd="0" parTransId="{A9A432DE-F3FA-4C39-BC76-96F8B211F0BA}" sibTransId="{4EF4D62C-67A8-4610-9105-0075F2A8D043}"/>
    <dgm:cxn modelId="{F7C93DFA-DE26-4839-B42D-DB10922411F6}" type="presOf" srcId="{FD764638-B101-4C6D-AFCD-F9205DA52C10}" destId="{7B3D29FC-7DDF-44F8-BBA5-1ACCB236D0C2}" srcOrd="0" destOrd="0" presId="urn:microsoft.com/office/officeart/2024/3/layout/verticalVisualTextBlock1"/>
    <dgm:cxn modelId="{D28D2021-BEE4-44DB-B29B-8986D30752F0}" type="presParOf" srcId="{7E52D2A5-7E79-407F-8040-7E0647BE43E4}" destId="{2CF66C00-E1CA-407E-A669-99B282C682CF}" srcOrd="0" destOrd="0" presId="urn:microsoft.com/office/officeart/2024/3/layout/verticalVisualTextBlock1"/>
    <dgm:cxn modelId="{E5FCE725-D460-49C0-9890-57A188222883}" type="presParOf" srcId="{2CF66C00-E1CA-407E-A669-99B282C682CF}" destId="{1158C664-52BA-4A33-B02C-CD92C9E65B4A}" srcOrd="0" destOrd="0" presId="urn:microsoft.com/office/officeart/2024/3/layout/verticalVisualTextBlock1"/>
    <dgm:cxn modelId="{DA7BBBE7-F2F8-4EF4-84F8-E5076F6A90DB}" type="presParOf" srcId="{2CF66C00-E1CA-407E-A669-99B282C682CF}" destId="{6CD7C602-C783-47D6-885A-0D858370C4B9}" srcOrd="1" destOrd="0" presId="urn:microsoft.com/office/officeart/2024/3/layout/verticalVisualTextBlock1"/>
    <dgm:cxn modelId="{B84DAC6D-AEE8-43DC-8839-73B7CDB3D396}" type="presParOf" srcId="{2CF66C00-E1CA-407E-A669-99B282C682CF}" destId="{A1761E56-1DBC-44D8-8A22-E8B42B8DFF5E}" srcOrd="2" destOrd="0" presId="urn:microsoft.com/office/officeart/2024/3/layout/verticalVisualTextBlock1"/>
    <dgm:cxn modelId="{4D05E907-C4E5-4B9C-9FF7-BDF4970C7D65}" type="presParOf" srcId="{7E52D2A5-7E79-407F-8040-7E0647BE43E4}" destId="{F2ADB27A-1E33-4EF2-BDE0-C901E920C585}" srcOrd="1" destOrd="0" presId="urn:microsoft.com/office/officeart/2024/3/layout/verticalVisualTextBlock1"/>
    <dgm:cxn modelId="{908178BD-78DC-403F-A666-8496604CCCE4}" type="presParOf" srcId="{7E52D2A5-7E79-407F-8040-7E0647BE43E4}" destId="{7CF917A7-D15D-4464-8CA5-5415D364E8C6}" srcOrd="2" destOrd="0" presId="urn:microsoft.com/office/officeart/2024/3/layout/verticalVisualTextBlock1"/>
    <dgm:cxn modelId="{0BAF01AC-ED60-4515-B236-42D8D4366602}" type="presParOf" srcId="{7CF917A7-D15D-4464-8CA5-5415D364E8C6}" destId="{A7E06AEF-BF28-4E86-AE1A-08A700A9DF12}" srcOrd="0" destOrd="0" presId="urn:microsoft.com/office/officeart/2024/3/layout/verticalVisualTextBlock1"/>
    <dgm:cxn modelId="{CB514E4D-3EF7-466F-8D8A-E8D80CF149FD}" type="presParOf" srcId="{7CF917A7-D15D-4464-8CA5-5415D364E8C6}" destId="{EA2503D3-2DC7-4F68-834C-785EBB278BBA}" srcOrd="1" destOrd="0" presId="urn:microsoft.com/office/officeart/2024/3/layout/verticalVisualTextBlock1"/>
    <dgm:cxn modelId="{D9D94FB9-1025-465C-82C1-E8F9A04F95B6}" type="presParOf" srcId="{7CF917A7-D15D-4464-8CA5-5415D364E8C6}" destId="{B3191E68-F496-4B35-BBB1-C0E0ACC9FF2B}" srcOrd="2" destOrd="0" presId="urn:microsoft.com/office/officeart/2024/3/layout/verticalVisualTextBlock1"/>
    <dgm:cxn modelId="{95846E52-0D86-4BCE-9D40-6F527E983911}" type="presParOf" srcId="{7E52D2A5-7E79-407F-8040-7E0647BE43E4}" destId="{E074591D-49B4-4EA9-93E7-B51A463BD6F2}" srcOrd="3" destOrd="0" presId="urn:microsoft.com/office/officeart/2024/3/layout/verticalVisualTextBlock1"/>
    <dgm:cxn modelId="{011A277D-FC1A-43ED-A1FE-552F11E776F5}" type="presParOf" srcId="{7E52D2A5-7E79-407F-8040-7E0647BE43E4}" destId="{08B087C5-6813-49AC-98F5-ED3A96D736AE}" srcOrd="4" destOrd="0" presId="urn:microsoft.com/office/officeart/2024/3/layout/verticalVisualTextBlock1"/>
    <dgm:cxn modelId="{46DCD399-899A-4933-BCB0-A3202C2B77AB}" type="presParOf" srcId="{08B087C5-6813-49AC-98F5-ED3A96D736AE}" destId="{E49E2028-7764-4724-B37C-9BB9477E2CC8}" srcOrd="0" destOrd="0" presId="urn:microsoft.com/office/officeart/2024/3/layout/verticalVisualTextBlock1"/>
    <dgm:cxn modelId="{5F956631-5CA3-4012-BBDB-845621FBE73E}" type="presParOf" srcId="{08B087C5-6813-49AC-98F5-ED3A96D736AE}" destId="{7B3D29FC-7DDF-44F8-BBA5-1ACCB236D0C2}" srcOrd="1" destOrd="0" presId="urn:microsoft.com/office/officeart/2024/3/layout/verticalVisualTextBlock1"/>
    <dgm:cxn modelId="{BF0AC84C-B0A6-4664-8EFD-3E46F86E7D12}" type="presParOf" srcId="{08B087C5-6813-49AC-98F5-ED3A96D736AE}" destId="{D77E1BD5-D9D8-4C86-B271-C80FE7273D1E}"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38608F5-7095-49CD-8427-18508719C9B5}"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116E3899-9D57-4A4D-AA4D-7B276E3F94EE}">
      <dgm:prSet/>
      <dgm:spPr/>
      <dgm:t>
        <a:bodyPr/>
        <a:lstStyle/>
        <a:p>
          <a:pPr>
            <a:lnSpc>
              <a:spcPct val="100000"/>
            </a:lnSpc>
            <a:defRPr b="1"/>
          </a:pPr>
          <a:r>
            <a:rPr lang="en-US"/>
            <a:t>Careful Planning</a:t>
          </a:r>
        </a:p>
      </dgm:t>
    </dgm:pt>
    <dgm:pt modelId="{A584EF5A-ACB0-4B06-A9C5-75E4C1D8AE73}" type="parTrans" cxnId="{FB95262A-171D-47B7-ADC0-79AEFE4807E4}">
      <dgm:prSet/>
      <dgm:spPr/>
      <dgm:t>
        <a:bodyPr/>
        <a:lstStyle/>
        <a:p>
          <a:endParaRPr lang="en-US"/>
        </a:p>
      </dgm:t>
    </dgm:pt>
    <dgm:pt modelId="{89FA2D0C-A648-4193-901D-CF862FCE2C86}" type="sibTrans" cxnId="{FB95262A-171D-47B7-ADC0-79AEFE4807E4}">
      <dgm:prSet/>
      <dgm:spPr/>
      <dgm:t>
        <a:bodyPr/>
        <a:lstStyle/>
        <a:p>
          <a:pPr>
            <a:lnSpc>
              <a:spcPct val="100000"/>
            </a:lnSpc>
            <a:defRPr b="1"/>
          </a:pPr>
          <a:endParaRPr lang="en-US"/>
        </a:p>
      </dgm:t>
    </dgm:pt>
    <dgm:pt modelId="{E17B6D72-9388-48DF-BED1-86F85F89FA55}">
      <dgm:prSet/>
      <dgm:spPr/>
      <dgm:t>
        <a:bodyPr/>
        <a:lstStyle/>
        <a:p>
          <a:pPr>
            <a:lnSpc>
              <a:spcPct val="100000"/>
            </a:lnSpc>
          </a:pPr>
          <a:r>
            <a:rPr lang="en-US"/>
            <a:t>Effective podcasting begins with careful planning, including topic selection and audience understanding for greater impact.</a:t>
          </a:r>
        </a:p>
      </dgm:t>
    </dgm:pt>
    <dgm:pt modelId="{9B940FB1-8B01-4899-9CB3-EE4C5C4CF221}" type="parTrans" cxnId="{0324BA30-1917-49FD-9298-9271F2826678}">
      <dgm:prSet/>
      <dgm:spPr/>
      <dgm:t>
        <a:bodyPr/>
        <a:lstStyle/>
        <a:p>
          <a:endParaRPr lang="en-US"/>
        </a:p>
      </dgm:t>
    </dgm:pt>
    <dgm:pt modelId="{E17BE92C-564B-410F-A973-9335EE3247FB}" type="sibTrans" cxnId="{0324BA30-1917-49FD-9298-9271F2826678}">
      <dgm:prSet/>
      <dgm:spPr/>
      <dgm:t>
        <a:bodyPr/>
        <a:lstStyle/>
        <a:p>
          <a:endParaRPr lang="en-US"/>
        </a:p>
      </dgm:t>
    </dgm:pt>
    <dgm:pt modelId="{552039CB-E145-49DB-99A2-4CB9F9CC3D2B}">
      <dgm:prSet/>
      <dgm:spPr/>
      <dgm:t>
        <a:bodyPr/>
        <a:lstStyle/>
        <a:p>
          <a:pPr>
            <a:lnSpc>
              <a:spcPct val="100000"/>
            </a:lnSpc>
            <a:defRPr b="1"/>
          </a:pPr>
          <a:r>
            <a:rPr lang="en-US"/>
            <a:t>Effective Production</a:t>
          </a:r>
        </a:p>
      </dgm:t>
    </dgm:pt>
    <dgm:pt modelId="{648B9A03-E686-4A09-8BBC-F88ABE4B1967}" type="parTrans" cxnId="{12F90548-6288-4619-B783-8AE3A149B6A3}">
      <dgm:prSet/>
      <dgm:spPr/>
      <dgm:t>
        <a:bodyPr/>
        <a:lstStyle/>
        <a:p>
          <a:endParaRPr lang="en-US"/>
        </a:p>
      </dgm:t>
    </dgm:pt>
    <dgm:pt modelId="{F62C7AF9-8FF9-4E66-8C6E-ACCE597BC40C}" type="sibTrans" cxnId="{12F90548-6288-4619-B783-8AE3A149B6A3}">
      <dgm:prSet/>
      <dgm:spPr/>
      <dgm:t>
        <a:bodyPr/>
        <a:lstStyle/>
        <a:p>
          <a:pPr>
            <a:lnSpc>
              <a:spcPct val="100000"/>
            </a:lnSpc>
            <a:defRPr b="1"/>
          </a:pPr>
          <a:endParaRPr lang="en-US"/>
        </a:p>
      </dgm:t>
    </dgm:pt>
    <dgm:pt modelId="{FBE3DC99-6A05-4165-A39F-4B3161205B26}">
      <dgm:prSet/>
      <dgm:spPr/>
      <dgm:t>
        <a:bodyPr/>
        <a:lstStyle/>
        <a:p>
          <a:pPr>
            <a:lnSpc>
              <a:spcPct val="100000"/>
            </a:lnSpc>
          </a:pPr>
          <a:r>
            <a:rPr lang="en-US"/>
            <a:t>High-quality production is essential; focus on sound quality, editing, and presentation to engage listeners.</a:t>
          </a:r>
        </a:p>
      </dgm:t>
    </dgm:pt>
    <dgm:pt modelId="{90159BA5-F14D-4949-87EE-5A9B0208783C}" type="parTrans" cxnId="{B7CF6E84-A498-46D9-8A53-A464F44A1E5E}">
      <dgm:prSet/>
      <dgm:spPr/>
      <dgm:t>
        <a:bodyPr/>
        <a:lstStyle/>
        <a:p>
          <a:endParaRPr lang="en-US"/>
        </a:p>
      </dgm:t>
    </dgm:pt>
    <dgm:pt modelId="{E53F0C4D-BBEC-45B6-877C-87E96FBEC5BB}" type="sibTrans" cxnId="{B7CF6E84-A498-46D9-8A53-A464F44A1E5E}">
      <dgm:prSet/>
      <dgm:spPr/>
      <dgm:t>
        <a:bodyPr/>
        <a:lstStyle/>
        <a:p>
          <a:endParaRPr lang="en-US"/>
        </a:p>
      </dgm:t>
    </dgm:pt>
    <dgm:pt modelId="{E23CF461-240B-4B72-81A5-A766D9ABDA07}">
      <dgm:prSet/>
      <dgm:spPr/>
      <dgm:t>
        <a:bodyPr/>
        <a:lstStyle/>
        <a:p>
          <a:pPr>
            <a:lnSpc>
              <a:spcPct val="100000"/>
            </a:lnSpc>
            <a:defRPr b="1"/>
          </a:pPr>
          <a:r>
            <a:rPr lang="en-US"/>
            <a:t>Clear Communication</a:t>
          </a:r>
        </a:p>
      </dgm:t>
    </dgm:pt>
    <dgm:pt modelId="{3785CEEA-B38F-40C6-BF15-5FB1E61213E7}" type="parTrans" cxnId="{41D20FCF-0A4A-486B-B340-D692F16AC694}">
      <dgm:prSet/>
      <dgm:spPr/>
      <dgm:t>
        <a:bodyPr/>
        <a:lstStyle/>
        <a:p>
          <a:endParaRPr lang="en-US"/>
        </a:p>
      </dgm:t>
    </dgm:pt>
    <dgm:pt modelId="{FBE4AA86-9553-4030-B19A-AD24D91ACC80}" type="sibTrans" cxnId="{41D20FCF-0A4A-486B-B340-D692F16AC694}">
      <dgm:prSet/>
      <dgm:spPr/>
      <dgm:t>
        <a:bodyPr/>
        <a:lstStyle/>
        <a:p>
          <a:endParaRPr lang="en-US"/>
        </a:p>
      </dgm:t>
    </dgm:pt>
    <dgm:pt modelId="{35EC8693-5958-4B7A-9516-42F39162D5D3}">
      <dgm:prSet/>
      <dgm:spPr/>
      <dgm:t>
        <a:bodyPr/>
        <a:lstStyle/>
        <a:p>
          <a:pPr>
            <a:lnSpc>
              <a:spcPct val="100000"/>
            </a:lnSpc>
          </a:pPr>
          <a:r>
            <a:rPr lang="en-US"/>
            <a:t>Clear communication with your audience fosters connection and retention, essential for a successful podcast.</a:t>
          </a:r>
        </a:p>
      </dgm:t>
    </dgm:pt>
    <dgm:pt modelId="{0D920C14-0AD5-49EF-AE24-294EC11A2431}" type="parTrans" cxnId="{488BE0A0-6CF3-4C66-98BE-705FC8B1D219}">
      <dgm:prSet/>
      <dgm:spPr/>
      <dgm:t>
        <a:bodyPr/>
        <a:lstStyle/>
        <a:p>
          <a:endParaRPr lang="en-US"/>
        </a:p>
      </dgm:t>
    </dgm:pt>
    <dgm:pt modelId="{CE52F8D9-12DA-4726-8A36-618CA94988AA}" type="sibTrans" cxnId="{488BE0A0-6CF3-4C66-98BE-705FC8B1D219}">
      <dgm:prSet/>
      <dgm:spPr/>
      <dgm:t>
        <a:bodyPr/>
        <a:lstStyle/>
        <a:p>
          <a:endParaRPr lang="en-US"/>
        </a:p>
      </dgm:t>
    </dgm:pt>
    <dgm:pt modelId="{95C5D31F-6FA5-450B-B072-9404FDDA1B4E}" type="pres">
      <dgm:prSet presAssocID="{538608F5-7095-49CD-8427-18508719C9B5}" presName="Name0" presStyleCnt="0">
        <dgm:presLayoutVars>
          <dgm:dir/>
          <dgm:resizeHandles val="exact"/>
        </dgm:presLayoutVars>
      </dgm:prSet>
      <dgm:spPr/>
    </dgm:pt>
    <dgm:pt modelId="{5CE3D2EB-598F-42ED-94A9-81DB67C897B1}" type="pres">
      <dgm:prSet presAssocID="{116E3899-9D57-4A4D-AA4D-7B276E3F94EE}" presName="compNode" presStyleCnt="0"/>
      <dgm:spPr/>
    </dgm:pt>
    <dgm:pt modelId="{AD3DD8E3-C507-4FE6-B018-C575871E64AB}" type="pres">
      <dgm:prSet presAssocID="{116E3899-9D57-4A4D-AA4D-7B276E3F94EE}" presName="pictRect" presStyleLbl="revTx" presStyleIdx="0" presStyleCnt="6">
        <dgm:presLayoutVars>
          <dgm:chMax val="0"/>
          <dgm:bulletEnabled/>
        </dgm:presLayoutVars>
      </dgm:prSet>
      <dgm:spPr/>
    </dgm:pt>
    <dgm:pt modelId="{A63A4CE5-C942-40DC-A9ED-6EB54E6989DD}" type="pres">
      <dgm:prSet presAssocID="{116E3899-9D57-4A4D-AA4D-7B276E3F94EE}" presName="textRect" presStyleLbl="revTx" presStyleIdx="1" presStyleCnt="6">
        <dgm:presLayoutVars>
          <dgm:bulletEnabled/>
        </dgm:presLayoutVars>
      </dgm:prSet>
      <dgm:spPr/>
    </dgm:pt>
    <dgm:pt modelId="{2645F5DC-C275-4BAB-8F79-2946D56FAF98}" type="pres">
      <dgm:prSet presAssocID="{89FA2D0C-A648-4193-901D-CF862FCE2C86}" presName="sibTrans" presStyleLbl="sibTrans2D1" presStyleIdx="0" presStyleCnt="0"/>
      <dgm:spPr/>
    </dgm:pt>
    <dgm:pt modelId="{24DCE1CD-103E-4DB8-93B8-8B9C91B0C456}" type="pres">
      <dgm:prSet presAssocID="{552039CB-E145-49DB-99A2-4CB9F9CC3D2B}" presName="compNode" presStyleCnt="0"/>
      <dgm:spPr/>
    </dgm:pt>
    <dgm:pt modelId="{5B38483B-235A-4178-97E2-EA521153387C}" type="pres">
      <dgm:prSet presAssocID="{552039CB-E145-49DB-99A2-4CB9F9CC3D2B}" presName="pictRect" presStyleLbl="revTx" presStyleIdx="2" presStyleCnt="6">
        <dgm:presLayoutVars>
          <dgm:chMax val="0"/>
          <dgm:bulletEnabled/>
        </dgm:presLayoutVars>
      </dgm:prSet>
      <dgm:spPr/>
    </dgm:pt>
    <dgm:pt modelId="{B10AEFE8-4040-4DE7-9CA5-FB31DC1B7DAC}" type="pres">
      <dgm:prSet presAssocID="{552039CB-E145-49DB-99A2-4CB9F9CC3D2B}" presName="textRect" presStyleLbl="revTx" presStyleIdx="3" presStyleCnt="6">
        <dgm:presLayoutVars>
          <dgm:bulletEnabled/>
        </dgm:presLayoutVars>
      </dgm:prSet>
      <dgm:spPr/>
    </dgm:pt>
    <dgm:pt modelId="{1AA47CD3-C980-4DC5-BC54-E4E623B7F227}" type="pres">
      <dgm:prSet presAssocID="{F62C7AF9-8FF9-4E66-8C6E-ACCE597BC40C}" presName="sibTrans" presStyleLbl="sibTrans2D1" presStyleIdx="0" presStyleCnt="0"/>
      <dgm:spPr/>
    </dgm:pt>
    <dgm:pt modelId="{26951B12-F79D-4F9B-ACCB-F4E74AE8EBB0}" type="pres">
      <dgm:prSet presAssocID="{E23CF461-240B-4B72-81A5-A766D9ABDA07}" presName="compNode" presStyleCnt="0"/>
      <dgm:spPr/>
    </dgm:pt>
    <dgm:pt modelId="{36FB14DD-41FE-4725-A937-EF7176280E5A}" type="pres">
      <dgm:prSet presAssocID="{E23CF461-240B-4B72-81A5-A766D9ABDA07}" presName="pictRect" presStyleLbl="revTx" presStyleIdx="4" presStyleCnt="6">
        <dgm:presLayoutVars>
          <dgm:chMax val="0"/>
          <dgm:bulletEnabled/>
        </dgm:presLayoutVars>
      </dgm:prSet>
      <dgm:spPr/>
    </dgm:pt>
    <dgm:pt modelId="{96672E52-73C7-4847-BB8D-AA5F10C0C0E5}" type="pres">
      <dgm:prSet presAssocID="{E23CF461-240B-4B72-81A5-A766D9ABDA07}" presName="textRect" presStyleLbl="revTx" presStyleIdx="5" presStyleCnt="6">
        <dgm:presLayoutVars>
          <dgm:bulletEnabled/>
        </dgm:presLayoutVars>
      </dgm:prSet>
      <dgm:spPr/>
    </dgm:pt>
  </dgm:ptLst>
  <dgm:cxnLst>
    <dgm:cxn modelId="{752B7A06-7E4D-47E5-B5FC-BF441F280CA1}" type="presOf" srcId="{FBE3DC99-6A05-4165-A39F-4B3161205B26}" destId="{B10AEFE8-4040-4DE7-9CA5-FB31DC1B7DAC}" srcOrd="0" destOrd="0" presId="urn:microsoft.com/office/officeart/2024/3/layout/hArchList1"/>
    <dgm:cxn modelId="{E6986F0D-518B-46F4-8E8D-824FE7113146}" type="presOf" srcId="{538608F5-7095-49CD-8427-18508719C9B5}" destId="{95C5D31F-6FA5-450B-B072-9404FDDA1B4E}" srcOrd="0" destOrd="0" presId="urn:microsoft.com/office/officeart/2024/3/layout/hArchList1"/>
    <dgm:cxn modelId="{CA167C0F-DF59-471F-A345-E23D70073648}" type="presOf" srcId="{89FA2D0C-A648-4193-901D-CF862FCE2C86}" destId="{2645F5DC-C275-4BAB-8F79-2946D56FAF98}" srcOrd="0" destOrd="0" presId="urn:microsoft.com/office/officeart/2024/3/layout/hArchList1"/>
    <dgm:cxn modelId="{49010D20-91D4-45C7-B86F-762E9932E903}" type="presOf" srcId="{E23CF461-240B-4B72-81A5-A766D9ABDA07}" destId="{36FB14DD-41FE-4725-A937-EF7176280E5A}" srcOrd="0" destOrd="0" presId="urn:microsoft.com/office/officeart/2024/3/layout/hArchList1"/>
    <dgm:cxn modelId="{FB95262A-171D-47B7-ADC0-79AEFE4807E4}" srcId="{538608F5-7095-49CD-8427-18508719C9B5}" destId="{116E3899-9D57-4A4D-AA4D-7B276E3F94EE}" srcOrd="0" destOrd="0" parTransId="{A584EF5A-ACB0-4B06-A9C5-75E4C1D8AE73}" sibTransId="{89FA2D0C-A648-4193-901D-CF862FCE2C86}"/>
    <dgm:cxn modelId="{0324BA30-1917-49FD-9298-9271F2826678}" srcId="{116E3899-9D57-4A4D-AA4D-7B276E3F94EE}" destId="{E17B6D72-9388-48DF-BED1-86F85F89FA55}" srcOrd="0" destOrd="0" parTransId="{9B940FB1-8B01-4899-9CB3-EE4C5C4CF221}" sibTransId="{E17BE92C-564B-410F-A973-9335EE3247FB}"/>
    <dgm:cxn modelId="{6E85A05F-24D8-40E7-83CE-18A78A1EDFC9}" type="presOf" srcId="{35EC8693-5958-4B7A-9516-42F39162D5D3}" destId="{96672E52-73C7-4847-BB8D-AA5F10C0C0E5}" srcOrd="0" destOrd="0" presId="urn:microsoft.com/office/officeart/2024/3/layout/hArchList1"/>
    <dgm:cxn modelId="{12F90548-6288-4619-B783-8AE3A149B6A3}" srcId="{538608F5-7095-49CD-8427-18508719C9B5}" destId="{552039CB-E145-49DB-99A2-4CB9F9CC3D2B}" srcOrd="1" destOrd="0" parTransId="{648B9A03-E686-4A09-8BBC-F88ABE4B1967}" sibTransId="{F62C7AF9-8FF9-4E66-8C6E-ACCE597BC40C}"/>
    <dgm:cxn modelId="{6954AD7E-DE88-4387-9C68-16A008684766}" type="presOf" srcId="{552039CB-E145-49DB-99A2-4CB9F9CC3D2B}" destId="{5B38483B-235A-4178-97E2-EA521153387C}" srcOrd="0" destOrd="0" presId="urn:microsoft.com/office/officeart/2024/3/layout/hArchList1"/>
    <dgm:cxn modelId="{B7CF6E84-A498-46D9-8A53-A464F44A1E5E}" srcId="{552039CB-E145-49DB-99A2-4CB9F9CC3D2B}" destId="{FBE3DC99-6A05-4165-A39F-4B3161205B26}" srcOrd="0" destOrd="0" parTransId="{90159BA5-F14D-4949-87EE-5A9B0208783C}" sibTransId="{E53F0C4D-BBEC-45B6-877C-87E96FBEC5BB}"/>
    <dgm:cxn modelId="{15B8C385-9E19-4EC6-9601-715568A113DD}" type="presOf" srcId="{F62C7AF9-8FF9-4E66-8C6E-ACCE597BC40C}" destId="{1AA47CD3-C980-4DC5-BC54-E4E623B7F227}" srcOrd="0" destOrd="0" presId="urn:microsoft.com/office/officeart/2024/3/layout/hArchList1"/>
    <dgm:cxn modelId="{40D4C696-E29D-4BA4-B43D-5F1DC97311E7}" type="presOf" srcId="{E17B6D72-9388-48DF-BED1-86F85F89FA55}" destId="{A63A4CE5-C942-40DC-A9ED-6EB54E6989DD}" srcOrd="0" destOrd="0" presId="urn:microsoft.com/office/officeart/2024/3/layout/hArchList1"/>
    <dgm:cxn modelId="{488BE0A0-6CF3-4C66-98BE-705FC8B1D219}" srcId="{E23CF461-240B-4B72-81A5-A766D9ABDA07}" destId="{35EC8693-5958-4B7A-9516-42F39162D5D3}" srcOrd="0" destOrd="0" parTransId="{0D920C14-0AD5-49EF-AE24-294EC11A2431}" sibTransId="{CE52F8D9-12DA-4726-8A36-618CA94988AA}"/>
    <dgm:cxn modelId="{381B52B4-D10E-4FD0-A42B-C5ED8D43D4C1}" type="presOf" srcId="{116E3899-9D57-4A4D-AA4D-7B276E3F94EE}" destId="{AD3DD8E3-C507-4FE6-B018-C575871E64AB}" srcOrd="0" destOrd="0" presId="urn:microsoft.com/office/officeart/2024/3/layout/hArchList1"/>
    <dgm:cxn modelId="{41D20FCF-0A4A-486B-B340-D692F16AC694}" srcId="{538608F5-7095-49CD-8427-18508719C9B5}" destId="{E23CF461-240B-4B72-81A5-A766D9ABDA07}" srcOrd="2" destOrd="0" parTransId="{3785CEEA-B38F-40C6-BF15-5FB1E61213E7}" sibTransId="{FBE4AA86-9553-4030-B19A-AD24D91ACC80}"/>
    <dgm:cxn modelId="{AFDF14FB-C6F4-4EF9-82E4-148E944DD945}" type="presParOf" srcId="{95C5D31F-6FA5-450B-B072-9404FDDA1B4E}" destId="{5CE3D2EB-598F-42ED-94A9-81DB67C897B1}" srcOrd="0" destOrd="0" presId="urn:microsoft.com/office/officeart/2024/3/layout/hArchList1"/>
    <dgm:cxn modelId="{85309CFD-7B0A-4F5A-A193-34B22F83C022}" type="presParOf" srcId="{5CE3D2EB-598F-42ED-94A9-81DB67C897B1}" destId="{AD3DD8E3-C507-4FE6-B018-C575871E64AB}" srcOrd="0" destOrd="0" presId="urn:microsoft.com/office/officeart/2024/3/layout/hArchList1"/>
    <dgm:cxn modelId="{89777FF4-AEC6-4415-8D46-2331E23A7B33}" type="presParOf" srcId="{5CE3D2EB-598F-42ED-94A9-81DB67C897B1}" destId="{A63A4CE5-C942-40DC-A9ED-6EB54E6989DD}" srcOrd="1" destOrd="0" presId="urn:microsoft.com/office/officeart/2024/3/layout/hArchList1"/>
    <dgm:cxn modelId="{749D4E29-6C3E-42FE-A401-DA4A8F162DD5}" type="presParOf" srcId="{95C5D31F-6FA5-450B-B072-9404FDDA1B4E}" destId="{2645F5DC-C275-4BAB-8F79-2946D56FAF98}" srcOrd="1" destOrd="0" presId="urn:microsoft.com/office/officeart/2024/3/layout/hArchList1"/>
    <dgm:cxn modelId="{5FD5DBF2-23AB-4BBB-A2ED-6802DD929923}" type="presParOf" srcId="{95C5D31F-6FA5-450B-B072-9404FDDA1B4E}" destId="{24DCE1CD-103E-4DB8-93B8-8B9C91B0C456}" srcOrd="2" destOrd="0" presId="urn:microsoft.com/office/officeart/2024/3/layout/hArchList1"/>
    <dgm:cxn modelId="{B7949DB9-B50A-4155-98AE-276B43AF3503}" type="presParOf" srcId="{24DCE1CD-103E-4DB8-93B8-8B9C91B0C456}" destId="{5B38483B-235A-4178-97E2-EA521153387C}" srcOrd="0" destOrd="0" presId="urn:microsoft.com/office/officeart/2024/3/layout/hArchList1"/>
    <dgm:cxn modelId="{FF852DA6-16B8-417A-B8D4-A0D18DE1C7BB}" type="presParOf" srcId="{24DCE1CD-103E-4DB8-93B8-8B9C91B0C456}" destId="{B10AEFE8-4040-4DE7-9CA5-FB31DC1B7DAC}" srcOrd="1" destOrd="0" presId="urn:microsoft.com/office/officeart/2024/3/layout/hArchList1"/>
    <dgm:cxn modelId="{0683A6A3-F154-4769-BB93-A0060E258B37}" type="presParOf" srcId="{95C5D31F-6FA5-450B-B072-9404FDDA1B4E}" destId="{1AA47CD3-C980-4DC5-BC54-E4E623B7F227}" srcOrd="3" destOrd="0" presId="urn:microsoft.com/office/officeart/2024/3/layout/hArchList1"/>
    <dgm:cxn modelId="{6AD8ED0D-5DDD-418F-A960-52E98788B7D4}" type="presParOf" srcId="{95C5D31F-6FA5-450B-B072-9404FDDA1B4E}" destId="{26951B12-F79D-4F9B-ACCB-F4E74AE8EBB0}" srcOrd="4" destOrd="0" presId="urn:microsoft.com/office/officeart/2024/3/layout/hArchList1"/>
    <dgm:cxn modelId="{AF907BE3-6FF9-4E18-BF8E-B02B2AFB8003}" type="presParOf" srcId="{26951B12-F79D-4F9B-ACCB-F4E74AE8EBB0}" destId="{36FB14DD-41FE-4725-A937-EF7176280E5A}" srcOrd="0" destOrd="0" presId="urn:microsoft.com/office/officeart/2024/3/layout/hArchList1"/>
    <dgm:cxn modelId="{0D31C637-1D1D-4644-8797-CD6E97C0061B}" type="presParOf" srcId="{26951B12-F79D-4F9B-ACCB-F4E74AE8EBB0}" destId="{96672E52-73C7-4847-BB8D-AA5F10C0C0E5}"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EAFE5B-DE3A-4D59-873F-6B9E9A4EDACB}">
      <dsp:nvSpPr>
        <dsp:cNvPr id="0" name=""/>
        <dsp:cNvSpPr/>
      </dsp:nvSpPr>
      <dsp:spPr>
        <a:xfrm>
          <a:off x="0" y="0"/>
          <a:ext cx="1681599" cy="168159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t="4750" r="-3" b="27498"/>
          <a:stretch/>
        </a:blipFill>
        <a:ln>
          <a:noFill/>
        </a:ln>
        <a:effectLst/>
      </dsp:spPr>
      <dsp:style>
        <a:lnRef idx="0">
          <a:scrgbClr r="0" g="0" b="0"/>
        </a:lnRef>
        <a:fillRef idx="3">
          <a:scrgbClr r="0" g="0" b="0"/>
        </a:fillRef>
        <a:effectRef idx="2">
          <a:scrgbClr r="0" g="0" b="0"/>
        </a:effectRef>
        <a:fontRef idx="minor">
          <a:schemeClr val="lt1"/>
        </a:fontRef>
      </dsp:style>
    </dsp:sp>
    <dsp:sp modelId="{951D48B0-763E-4609-8E0E-A5D856D5071E}">
      <dsp:nvSpPr>
        <dsp:cNvPr id="0" name=""/>
        <dsp:cNvSpPr/>
      </dsp:nvSpPr>
      <dsp:spPr>
        <a:xfrm>
          <a:off x="1861599" y="0"/>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Tongue Twisters Practice</a:t>
          </a:r>
        </a:p>
      </dsp:txBody>
      <dsp:txXfrm>
        <a:off x="1861599" y="0"/>
        <a:ext cx="5167674" cy="346182"/>
      </dsp:txXfrm>
    </dsp:sp>
    <dsp:sp modelId="{AC0EF36F-7D37-408B-A0ED-CD4E20F53047}">
      <dsp:nvSpPr>
        <dsp:cNvPr id="0" name=""/>
        <dsp:cNvSpPr/>
      </dsp:nvSpPr>
      <dsp:spPr>
        <a:xfrm>
          <a:off x="1861599" y="346182"/>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Tongue twisters are fun and effective exercises to enhance clarity and precision in speech.</a:t>
          </a:r>
        </a:p>
      </dsp:txBody>
      <dsp:txXfrm>
        <a:off x="1861599" y="346182"/>
        <a:ext cx="5167674" cy="1335417"/>
      </dsp:txXfrm>
    </dsp:sp>
    <dsp:sp modelId="{E95EDAFC-5A80-446C-A2C7-F14143D70555}">
      <dsp:nvSpPr>
        <dsp:cNvPr id="0" name=""/>
        <dsp:cNvSpPr/>
      </dsp:nvSpPr>
      <dsp:spPr>
        <a:xfrm>
          <a:off x="0" y="1816127"/>
          <a:ext cx="1681599" cy="168159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t="64" r="-2" b="33185"/>
          <a:stretch/>
        </a:blipFill>
        <a:ln>
          <a:noFill/>
        </a:ln>
        <a:effectLst/>
      </dsp:spPr>
      <dsp:style>
        <a:lnRef idx="0">
          <a:scrgbClr r="0" g="0" b="0"/>
        </a:lnRef>
        <a:fillRef idx="3">
          <a:scrgbClr r="0" g="0" b="0"/>
        </a:fillRef>
        <a:effectRef idx="2">
          <a:scrgbClr r="0" g="0" b="0"/>
        </a:effectRef>
        <a:fontRef idx="minor">
          <a:schemeClr val="lt1"/>
        </a:fontRef>
      </dsp:style>
    </dsp:sp>
    <dsp:sp modelId="{3B5B4EDC-A39E-4106-8504-1A501AD4608D}">
      <dsp:nvSpPr>
        <dsp:cNvPr id="0" name=""/>
        <dsp:cNvSpPr/>
      </dsp:nvSpPr>
      <dsp:spPr>
        <a:xfrm>
          <a:off x="1861599" y="1816127"/>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Slow Speech Techniques</a:t>
          </a:r>
        </a:p>
      </dsp:txBody>
      <dsp:txXfrm>
        <a:off x="1861599" y="1816127"/>
        <a:ext cx="5167674" cy="346182"/>
      </dsp:txXfrm>
    </dsp:sp>
    <dsp:sp modelId="{E3B2D51D-83F6-4034-BDD1-538FDAB396AF}">
      <dsp:nvSpPr>
        <dsp:cNvPr id="0" name=""/>
        <dsp:cNvSpPr/>
      </dsp:nvSpPr>
      <dsp:spPr>
        <a:xfrm>
          <a:off x="1861599" y="2162310"/>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Practicing slow speech allows you to articulate words clearly and improves overall enunciation.</a:t>
          </a:r>
        </a:p>
      </dsp:txBody>
      <dsp:txXfrm>
        <a:off x="1861599" y="2162310"/>
        <a:ext cx="5167674" cy="1335417"/>
      </dsp:txXfrm>
    </dsp:sp>
    <dsp:sp modelId="{9F5A5C3F-D22A-4189-B2E0-C36BB2C9D528}">
      <dsp:nvSpPr>
        <dsp:cNvPr id="0" name=""/>
        <dsp:cNvSpPr/>
      </dsp:nvSpPr>
      <dsp:spPr>
        <a:xfrm>
          <a:off x="0" y="3632255"/>
          <a:ext cx="1681599" cy="168159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8394" r="24855" b="-2"/>
          <a:stretch/>
        </a:blipFill>
        <a:ln>
          <a:noFill/>
        </a:ln>
        <a:effectLst/>
      </dsp:spPr>
      <dsp:style>
        <a:lnRef idx="0">
          <a:scrgbClr r="0" g="0" b="0"/>
        </a:lnRef>
        <a:fillRef idx="3">
          <a:scrgbClr r="0" g="0" b="0"/>
        </a:fillRef>
        <a:effectRef idx="2">
          <a:scrgbClr r="0" g="0" b="0"/>
        </a:effectRef>
        <a:fontRef idx="minor">
          <a:schemeClr val="lt1"/>
        </a:fontRef>
      </dsp:style>
    </dsp:sp>
    <dsp:sp modelId="{C2F4A31D-1DD7-4247-9DE5-72B7206652F4}">
      <dsp:nvSpPr>
        <dsp:cNvPr id="0" name=""/>
        <dsp:cNvSpPr/>
      </dsp:nvSpPr>
      <dsp:spPr>
        <a:xfrm>
          <a:off x="1861599" y="3632255"/>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Focus on Pronunciation</a:t>
          </a:r>
        </a:p>
      </dsp:txBody>
      <dsp:txXfrm>
        <a:off x="1861599" y="3632255"/>
        <a:ext cx="5167674" cy="346182"/>
      </dsp:txXfrm>
    </dsp:sp>
    <dsp:sp modelId="{81332BD6-9C1E-47D9-9273-3CA5A7ABF570}">
      <dsp:nvSpPr>
        <dsp:cNvPr id="0" name=""/>
        <dsp:cNvSpPr/>
      </dsp:nvSpPr>
      <dsp:spPr>
        <a:xfrm>
          <a:off x="1861599" y="3978438"/>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Focusing on correct pronunciation helps develop clearer speech patterns and boosts self-confidence.</a:t>
          </a:r>
        </a:p>
      </dsp:txBody>
      <dsp:txXfrm>
        <a:off x="1861599" y="3978438"/>
        <a:ext cx="5167674" cy="13354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58C664-52BA-4A33-B02C-CD92C9E65B4A}">
      <dsp:nvSpPr>
        <dsp:cNvPr id="0" name=""/>
        <dsp:cNvSpPr/>
      </dsp:nvSpPr>
      <dsp:spPr>
        <a:xfrm>
          <a:off x="0" y="0"/>
          <a:ext cx="645187" cy="645187"/>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6356" r="26882" b="-18"/>
          <a:stretch/>
        </a:blipFill>
        <a:ln>
          <a:noFill/>
        </a:ln>
        <a:effectLst/>
      </dsp:spPr>
      <dsp:style>
        <a:lnRef idx="0">
          <a:scrgbClr r="0" g="0" b="0"/>
        </a:lnRef>
        <a:fillRef idx="3">
          <a:scrgbClr r="0" g="0" b="0"/>
        </a:fillRef>
        <a:effectRef idx="2">
          <a:scrgbClr r="0" g="0" b="0"/>
        </a:effectRef>
        <a:fontRef idx="minor">
          <a:schemeClr val="lt1"/>
        </a:fontRef>
      </dsp:style>
    </dsp:sp>
    <dsp:sp modelId="{6CD7C602-C783-47D6-885A-0D858370C4B9}">
      <dsp:nvSpPr>
        <dsp:cNvPr id="0" name=""/>
        <dsp:cNvSpPr/>
      </dsp:nvSpPr>
      <dsp:spPr>
        <a:xfrm>
          <a:off x="825187" y="0"/>
          <a:ext cx="4444643" cy="225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15240" bIns="15240" numCol="1" spcCol="1270" anchor="t" anchorCtr="0">
          <a:noAutofit/>
        </a:bodyPr>
        <a:lstStyle/>
        <a:p>
          <a:pPr marL="0" lvl="0" indent="0" algn="l" defTabSz="533400">
            <a:lnSpc>
              <a:spcPct val="100000"/>
            </a:lnSpc>
            <a:spcBef>
              <a:spcPct val="0"/>
            </a:spcBef>
            <a:spcAft>
              <a:spcPct val="35000"/>
            </a:spcAft>
            <a:buNone/>
            <a:defRPr b="1"/>
          </a:pPr>
          <a:r>
            <a:rPr lang="en-US" sz="1200" kern="1200"/>
            <a:t>Breathing Techniques</a:t>
          </a:r>
        </a:p>
      </dsp:txBody>
      <dsp:txXfrm>
        <a:off x="825187" y="0"/>
        <a:ext cx="4444643" cy="225144"/>
      </dsp:txXfrm>
    </dsp:sp>
    <dsp:sp modelId="{A1761E56-1DBC-44D8-8A22-E8B42B8DFF5E}">
      <dsp:nvSpPr>
        <dsp:cNvPr id="0" name=""/>
        <dsp:cNvSpPr/>
      </dsp:nvSpPr>
      <dsp:spPr>
        <a:xfrm>
          <a:off x="825187" y="225144"/>
          <a:ext cx="4444643" cy="303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430" rIns="11430" bIns="11430" numCol="1" spcCol="1270" anchor="t" anchorCtr="0">
          <a:noAutofit/>
        </a:bodyPr>
        <a:lstStyle/>
        <a:p>
          <a:pPr marL="0" lvl="0" indent="0" algn="l" defTabSz="400050">
            <a:lnSpc>
              <a:spcPct val="100000"/>
            </a:lnSpc>
            <a:spcBef>
              <a:spcPct val="0"/>
            </a:spcBef>
            <a:spcAft>
              <a:spcPct val="35000"/>
            </a:spcAft>
            <a:buNone/>
          </a:pPr>
          <a:r>
            <a:rPr lang="en-US" sz="900" kern="1200"/>
            <a:t>Incorporating breathing exercises helps improve lung capacity and control, essential for clear vocal delivery.</a:t>
          </a:r>
        </a:p>
      </dsp:txBody>
      <dsp:txXfrm>
        <a:off x="825187" y="225144"/>
        <a:ext cx="4444643" cy="303894"/>
      </dsp:txXfrm>
    </dsp:sp>
    <dsp:sp modelId="{A7E06AEF-BF28-4E86-AE1A-08A700A9DF12}">
      <dsp:nvSpPr>
        <dsp:cNvPr id="0" name=""/>
        <dsp:cNvSpPr/>
      </dsp:nvSpPr>
      <dsp:spPr>
        <a:xfrm>
          <a:off x="0" y="696802"/>
          <a:ext cx="645187" cy="645187"/>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9755" r="13483" b="-18"/>
          <a:stretch/>
        </a:blipFill>
        <a:ln>
          <a:noFill/>
        </a:ln>
        <a:effectLst/>
      </dsp:spPr>
      <dsp:style>
        <a:lnRef idx="0">
          <a:scrgbClr r="0" g="0" b="0"/>
        </a:lnRef>
        <a:fillRef idx="3">
          <a:scrgbClr r="0" g="0" b="0"/>
        </a:fillRef>
        <a:effectRef idx="2">
          <a:scrgbClr r="0" g="0" b="0"/>
        </a:effectRef>
        <a:fontRef idx="minor">
          <a:schemeClr val="lt1"/>
        </a:fontRef>
      </dsp:style>
    </dsp:sp>
    <dsp:sp modelId="{EA2503D3-2DC7-4F68-834C-785EBB278BBA}">
      <dsp:nvSpPr>
        <dsp:cNvPr id="0" name=""/>
        <dsp:cNvSpPr/>
      </dsp:nvSpPr>
      <dsp:spPr>
        <a:xfrm>
          <a:off x="825187" y="696802"/>
          <a:ext cx="4444643" cy="222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15240" bIns="15240" numCol="1" spcCol="1270" anchor="t" anchorCtr="0">
          <a:noAutofit/>
        </a:bodyPr>
        <a:lstStyle/>
        <a:p>
          <a:pPr marL="0" lvl="0" indent="0" algn="l" defTabSz="533400">
            <a:lnSpc>
              <a:spcPct val="100000"/>
            </a:lnSpc>
            <a:spcBef>
              <a:spcPct val="0"/>
            </a:spcBef>
            <a:spcAft>
              <a:spcPct val="35000"/>
            </a:spcAft>
            <a:buNone/>
            <a:defRPr b="1"/>
          </a:pPr>
          <a:r>
            <a:rPr lang="en-US" sz="1200" kern="1200"/>
            <a:t>Pitch Modulation</a:t>
          </a:r>
        </a:p>
      </dsp:txBody>
      <dsp:txXfrm>
        <a:off x="825187" y="696802"/>
        <a:ext cx="4444643" cy="222675"/>
      </dsp:txXfrm>
    </dsp:sp>
    <dsp:sp modelId="{B3191E68-F496-4B35-BBB1-C0E0ACC9FF2B}">
      <dsp:nvSpPr>
        <dsp:cNvPr id="0" name=""/>
        <dsp:cNvSpPr/>
      </dsp:nvSpPr>
      <dsp:spPr>
        <a:xfrm>
          <a:off x="825187" y="919478"/>
          <a:ext cx="4444643" cy="4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430" rIns="11430" bIns="11430" numCol="1" spcCol="1270" anchor="t" anchorCtr="0">
          <a:noAutofit/>
        </a:bodyPr>
        <a:lstStyle/>
        <a:p>
          <a:pPr marL="0" lvl="0" indent="0" algn="l" defTabSz="400050">
            <a:lnSpc>
              <a:spcPct val="100000"/>
            </a:lnSpc>
            <a:spcBef>
              <a:spcPct val="0"/>
            </a:spcBef>
            <a:spcAft>
              <a:spcPct val="35000"/>
            </a:spcAft>
            <a:buNone/>
          </a:pPr>
          <a:r>
            <a:rPr lang="en-US" sz="900" kern="1200"/>
            <a:t>Practicing pitch modulation enhances vocal variety and expressiveness, making speech more engaging for the audience.</a:t>
          </a:r>
        </a:p>
      </dsp:txBody>
      <dsp:txXfrm>
        <a:off x="825187" y="919478"/>
        <a:ext cx="4444643" cy="422511"/>
      </dsp:txXfrm>
    </dsp:sp>
    <dsp:sp modelId="{E49E2028-7764-4724-B37C-9BB9477E2CC8}">
      <dsp:nvSpPr>
        <dsp:cNvPr id="0" name=""/>
        <dsp:cNvSpPr/>
      </dsp:nvSpPr>
      <dsp:spPr>
        <a:xfrm>
          <a:off x="0" y="1393605"/>
          <a:ext cx="645187" cy="645187"/>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5755" r="7483" b="-18"/>
          <a:stretch/>
        </a:blipFill>
        <a:ln>
          <a:noFill/>
        </a:ln>
        <a:effectLst/>
      </dsp:spPr>
      <dsp:style>
        <a:lnRef idx="0">
          <a:scrgbClr r="0" g="0" b="0"/>
        </a:lnRef>
        <a:fillRef idx="3">
          <a:scrgbClr r="0" g="0" b="0"/>
        </a:fillRef>
        <a:effectRef idx="2">
          <a:scrgbClr r="0" g="0" b="0"/>
        </a:effectRef>
        <a:fontRef idx="minor">
          <a:schemeClr val="lt1"/>
        </a:fontRef>
      </dsp:style>
    </dsp:sp>
    <dsp:sp modelId="{7B3D29FC-7DDF-44F8-BBA5-1ACCB236D0C2}">
      <dsp:nvSpPr>
        <dsp:cNvPr id="0" name=""/>
        <dsp:cNvSpPr/>
      </dsp:nvSpPr>
      <dsp:spPr>
        <a:xfrm>
          <a:off x="825187" y="1393605"/>
          <a:ext cx="4444643" cy="222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15240" bIns="15240" numCol="1" spcCol="1270" anchor="t" anchorCtr="0">
          <a:noAutofit/>
        </a:bodyPr>
        <a:lstStyle/>
        <a:p>
          <a:pPr marL="0" lvl="0" indent="0" algn="l" defTabSz="533400">
            <a:lnSpc>
              <a:spcPct val="100000"/>
            </a:lnSpc>
            <a:spcBef>
              <a:spcPct val="0"/>
            </a:spcBef>
            <a:spcAft>
              <a:spcPct val="35000"/>
            </a:spcAft>
            <a:buNone/>
            <a:defRPr b="1"/>
          </a:pPr>
          <a:r>
            <a:rPr lang="en-US" sz="1200" kern="1200"/>
            <a:t>Vocal Warm-Ups</a:t>
          </a:r>
        </a:p>
      </dsp:txBody>
      <dsp:txXfrm>
        <a:off x="825187" y="1393605"/>
        <a:ext cx="4444643" cy="222675"/>
      </dsp:txXfrm>
    </dsp:sp>
    <dsp:sp modelId="{D77E1BD5-D9D8-4C86-B271-C80FE7273D1E}">
      <dsp:nvSpPr>
        <dsp:cNvPr id="0" name=""/>
        <dsp:cNvSpPr/>
      </dsp:nvSpPr>
      <dsp:spPr>
        <a:xfrm>
          <a:off x="825187" y="1616281"/>
          <a:ext cx="4444643" cy="4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430" rIns="11430" bIns="11430" numCol="1" spcCol="1270" anchor="t" anchorCtr="0">
          <a:noAutofit/>
        </a:bodyPr>
        <a:lstStyle/>
        <a:p>
          <a:pPr marL="0" lvl="0" indent="0" algn="l" defTabSz="400050">
            <a:lnSpc>
              <a:spcPct val="100000"/>
            </a:lnSpc>
            <a:spcBef>
              <a:spcPct val="0"/>
            </a:spcBef>
            <a:spcAft>
              <a:spcPct val="35000"/>
            </a:spcAft>
            <a:buNone/>
          </a:pPr>
          <a:r>
            <a:rPr lang="en-US" sz="900" kern="1200"/>
            <a:t>Regular vocal warm-ups prepare the voice for speaking or singing, leading to improved vocal quality and endurance.</a:t>
          </a:r>
        </a:p>
      </dsp:txBody>
      <dsp:txXfrm>
        <a:off x="825187" y="1616281"/>
        <a:ext cx="4444643" cy="4225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3DD8E3-C507-4FE6-B018-C575871E64AB}">
      <dsp:nvSpPr>
        <dsp:cNvPr id="0" name=""/>
        <dsp:cNvSpPr/>
      </dsp:nvSpPr>
      <dsp:spPr>
        <a:xfrm>
          <a:off x="0" y="0"/>
          <a:ext cx="3485379" cy="3544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Careful Planning</a:t>
          </a:r>
        </a:p>
      </dsp:txBody>
      <dsp:txXfrm>
        <a:off x="0" y="0"/>
        <a:ext cx="3485379" cy="354443"/>
      </dsp:txXfrm>
    </dsp:sp>
    <dsp:sp modelId="{A63A4CE5-C942-40DC-A9ED-6EB54E6989DD}">
      <dsp:nvSpPr>
        <dsp:cNvPr id="0" name=""/>
        <dsp:cNvSpPr/>
      </dsp:nvSpPr>
      <dsp:spPr>
        <a:xfrm>
          <a:off x="0" y="354443"/>
          <a:ext cx="3485379" cy="2090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Effective podcasting begins with careful planning, including topic selection and audience understanding for greater impact.</a:t>
          </a:r>
        </a:p>
      </dsp:txBody>
      <dsp:txXfrm>
        <a:off x="0" y="354443"/>
        <a:ext cx="3485379" cy="2090292"/>
      </dsp:txXfrm>
    </dsp:sp>
    <dsp:sp modelId="{5B38483B-235A-4178-97E2-EA521153387C}">
      <dsp:nvSpPr>
        <dsp:cNvPr id="0" name=""/>
        <dsp:cNvSpPr/>
      </dsp:nvSpPr>
      <dsp:spPr>
        <a:xfrm>
          <a:off x="3833917" y="0"/>
          <a:ext cx="3485379" cy="3544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Effective Production</a:t>
          </a:r>
        </a:p>
      </dsp:txBody>
      <dsp:txXfrm>
        <a:off x="3833917" y="0"/>
        <a:ext cx="3485379" cy="354443"/>
      </dsp:txXfrm>
    </dsp:sp>
    <dsp:sp modelId="{B10AEFE8-4040-4DE7-9CA5-FB31DC1B7DAC}">
      <dsp:nvSpPr>
        <dsp:cNvPr id="0" name=""/>
        <dsp:cNvSpPr/>
      </dsp:nvSpPr>
      <dsp:spPr>
        <a:xfrm>
          <a:off x="3833917" y="354443"/>
          <a:ext cx="3485379" cy="2090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High-quality production is essential; focus on sound quality, editing, and presentation to engage listeners.</a:t>
          </a:r>
        </a:p>
      </dsp:txBody>
      <dsp:txXfrm>
        <a:off x="3833917" y="354443"/>
        <a:ext cx="3485379" cy="2090292"/>
      </dsp:txXfrm>
    </dsp:sp>
    <dsp:sp modelId="{36FB14DD-41FE-4725-A937-EF7176280E5A}">
      <dsp:nvSpPr>
        <dsp:cNvPr id="0" name=""/>
        <dsp:cNvSpPr/>
      </dsp:nvSpPr>
      <dsp:spPr>
        <a:xfrm>
          <a:off x="7667834" y="0"/>
          <a:ext cx="3485379" cy="3544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Clear Communication</a:t>
          </a:r>
        </a:p>
      </dsp:txBody>
      <dsp:txXfrm>
        <a:off x="7667834" y="0"/>
        <a:ext cx="3485379" cy="354443"/>
      </dsp:txXfrm>
    </dsp:sp>
    <dsp:sp modelId="{96672E52-73C7-4847-BB8D-AA5F10C0C0E5}">
      <dsp:nvSpPr>
        <dsp:cNvPr id="0" name=""/>
        <dsp:cNvSpPr/>
      </dsp:nvSpPr>
      <dsp:spPr>
        <a:xfrm>
          <a:off x="7667834" y="354443"/>
          <a:ext cx="3485379" cy="2090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Clear communication with your audience fosters connection and retention, essential for a successful podcast.</a:t>
          </a:r>
        </a:p>
      </dsp:txBody>
      <dsp:txXfrm>
        <a:off x="7667834" y="354443"/>
        <a:ext cx="3485379" cy="2090292"/>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40025D-3D78-48C1-B20B-89BCAA68BAFC}" type="datetimeFigureOut">
              <a:rPr lang="en-US" smtClean="0"/>
              <a:t>6/17/2025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53C8FC-3259-4C57-8CFC-A45C9645A162}" type="slidenum">
              <a:rPr lang="en-US" smtClean="0"/>
              <a:t>‹#›</a:t>
            </a:fld>
            <a:endParaRPr lang="en-US"/>
          </a:p>
        </p:txBody>
      </p:sp>
    </p:spTree>
    <p:extLst>
      <p:ext uri="{BB962C8B-B14F-4D97-AF65-F5344CB8AC3E}">
        <p14:creationId xmlns:p14="http://schemas.microsoft.com/office/powerpoint/2010/main" val="2294462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Podcasting has become a popular medium for sharing ideas, stories, and information. In this presentation, we will cover essential steps to help you start your own podcast, from planning and production to improving your speaking skills.
</a:t>
            </a:r>
          </a:p>
        </p:txBody>
      </p:sp>
      <p:sp>
        <p:nvSpPr>
          <p:cNvPr id="4" name="Slide Number Placeholder 3"/>
          <p:cNvSpPr>
            <a:spLocks noGrp="1"/>
          </p:cNvSpPr>
          <p:nvPr>
            <p:ph type="sldNum" sz="quarter" idx="5"/>
          </p:nvPr>
        </p:nvSpPr>
        <p:spPr/>
        <p:txBody>
          <a:bodyPr/>
          <a:lstStyle/>
          <a:p>
            <a:fld id="{D42A2108-7F12-4C5B-8C23-B8F81111B9CD}" type="slidenum">
              <a:rPr lang="en-US" smtClean="0"/>
              <a:t>2</a:t>
            </a:fld>
            <a:endParaRPr lang="en-US"/>
          </a:p>
        </p:txBody>
      </p:sp>
    </p:spTree>
    <p:extLst>
      <p:ext uri="{BB962C8B-B14F-4D97-AF65-F5344CB8AC3E}">
        <p14:creationId xmlns:p14="http://schemas.microsoft.com/office/powerpoint/2010/main" val="4066559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will first discuss the planning phase of your podcast, including defining its purpose, identifying your audience, and choosing the right format. Next, we will explore editing and production techniques to enhance your episodes. Finally, we will cover the importance of clear speaking and techniques to improve your vocal delivery.</a:t>
            </a:r>
          </a:p>
        </p:txBody>
      </p:sp>
      <p:sp>
        <p:nvSpPr>
          <p:cNvPr id="4" name="Slide Number Placeholder 3"/>
          <p:cNvSpPr>
            <a:spLocks noGrp="1"/>
          </p:cNvSpPr>
          <p:nvPr>
            <p:ph type="sldNum" sz="quarter" idx="5"/>
          </p:nvPr>
        </p:nvSpPr>
        <p:spPr/>
        <p:txBody>
          <a:bodyPr/>
          <a:lstStyle/>
          <a:p>
            <a:fld id="{D42A2108-7F12-4C5B-8C23-B8F81111B9CD}" type="slidenum">
              <a:rPr lang="en-US" smtClean="0"/>
              <a:t>3</a:t>
            </a:fld>
            <a:endParaRPr lang="en-US"/>
          </a:p>
        </p:txBody>
      </p:sp>
    </p:spTree>
    <p:extLst>
      <p:ext uri="{BB962C8B-B14F-4D97-AF65-F5344CB8AC3E}">
        <p14:creationId xmlns:p14="http://schemas.microsoft.com/office/powerpoint/2010/main" val="3376228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Effective planning lays the foundation for a successful podcast. By carefully considering your podcast's purpose, audience, and structure, you can create engaging content that resonates with listeners.</a:t>
            </a:r>
          </a:p>
        </p:txBody>
      </p:sp>
      <p:sp>
        <p:nvSpPr>
          <p:cNvPr id="4" name="Slide Number Placeholder 3"/>
          <p:cNvSpPr>
            <a:spLocks noGrp="1"/>
          </p:cNvSpPr>
          <p:nvPr>
            <p:ph type="sldNum" sz="quarter" idx="5"/>
          </p:nvPr>
        </p:nvSpPr>
        <p:spPr/>
        <p:txBody>
          <a:bodyPr/>
          <a:lstStyle/>
          <a:p>
            <a:fld id="{D42A2108-7F12-4C5B-8C23-B8F81111B9CD}" type="slidenum">
              <a:rPr lang="en-US" smtClean="0"/>
              <a:t>4</a:t>
            </a:fld>
            <a:endParaRPr lang="en-US"/>
          </a:p>
        </p:txBody>
      </p:sp>
    </p:spTree>
    <p:extLst>
      <p:ext uri="{BB962C8B-B14F-4D97-AF65-F5344CB8AC3E}">
        <p14:creationId xmlns:p14="http://schemas.microsoft.com/office/powerpoint/2010/main" val="4184398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by identifying what topics you are passionate about and what value your podcast will bring to listeners. A clear purpose and niche will help guide your content and attract a dedicated audience.</a:t>
            </a:r>
          </a:p>
        </p:txBody>
      </p:sp>
      <p:sp>
        <p:nvSpPr>
          <p:cNvPr id="4" name="Slide Number Placeholder 3"/>
          <p:cNvSpPr>
            <a:spLocks noGrp="1"/>
          </p:cNvSpPr>
          <p:nvPr>
            <p:ph type="sldNum" sz="quarter" idx="5"/>
          </p:nvPr>
        </p:nvSpPr>
        <p:spPr/>
        <p:txBody>
          <a:bodyPr/>
          <a:lstStyle/>
          <a:p>
            <a:fld id="{D42A2108-7F12-4C5B-8C23-B8F81111B9CD}" type="slidenum">
              <a:rPr lang="en-US" smtClean="0"/>
              <a:t>5</a:t>
            </a:fld>
            <a:endParaRPr lang="en-US"/>
          </a:p>
        </p:txBody>
      </p:sp>
    </p:spTree>
    <p:extLst>
      <p:ext uri="{BB962C8B-B14F-4D97-AF65-F5344CB8AC3E}">
        <p14:creationId xmlns:p14="http://schemas.microsoft.com/office/powerpoint/2010/main" val="393698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your target audience is crucial for creating relevant content. Research demographics, interests, and listening habits to tailor your episodes to their preferences and needs.</a:t>
            </a:r>
          </a:p>
        </p:txBody>
      </p:sp>
      <p:sp>
        <p:nvSpPr>
          <p:cNvPr id="4" name="Slide Number Placeholder 3"/>
          <p:cNvSpPr>
            <a:spLocks noGrp="1"/>
          </p:cNvSpPr>
          <p:nvPr>
            <p:ph type="sldNum" sz="quarter" idx="5"/>
          </p:nvPr>
        </p:nvSpPr>
        <p:spPr/>
        <p:txBody>
          <a:bodyPr/>
          <a:lstStyle/>
          <a:p>
            <a:fld id="{D42A2108-7F12-4C5B-8C23-B8F81111B9CD}" type="slidenum">
              <a:rPr lang="en-US" smtClean="0"/>
              <a:t>6</a:t>
            </a:fld>
            <a:endParaRPr lang="en-US"/>
          </a:p>
        </p:txBody>
      </p:sp>
    </p:spTree>
    <p:extLst>
      <p:ext uri="{BB962C8B-B14F-4D97-AF65-F5344CB8AC3E}">
        <p14:creationId xmlns:p14="http://schemas.microsoft.com/office/powerpoint/2010/main" val="40325393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Decide on the format of your podcast, whether it will be interview-based, narrative, or a roundtable discussion. Determine the structure of each episode, including segments, duration, and release frequency, to maintain consistency.</a:t>
            </a:r>
          </a:p>
        </p:txBody>
      </p:sp>
      <p:sp>
        <p:nvSpPr>
          <p:cNvPr id="4" name="Slide Number Placeholder 3"/>
          <p:cNvSpPr>
            <a:spLocks noGrp="1"/>
          </p:cNvSpPr>
          <p:nvPr>
            <p:ph type="sldNum" sz="quarter" idx="5"/>
          </p:nvPr>
        </p:nvSpPr>
        <p:spPr/>
        <p:txBody>
          <a:bodyPr/>
          <a:lstStyle/>
          <a:p>
            <a:fld id="{D42A2108-7F12-4C5B-8C23-B8F81111B9CD}" type="slidenum">
              <a:rPr lang="en-US" smtClean="0"/>
              <a:t>7</a:t>
            </a:fld>
            <a:endParaRPr lang="en-US"/>
          </a:p>
        </p:txBody>
      </p:sp>
    </p:spTree>
    <p:extLst>
      <p:ext uri="{BB962C8B-B14F-4D97-AF65-F5344CB8AC3E}">
        <p14:creationId xmlns:p14="http://schemas.microsoft.com/office/powerpoint/2010/main" val="38433734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Clear articulation is essential for effective communication in podcasting. This section focuses on various techniques to improve your speaking skills, ensuring your message is conveyed effectively.</a:t>
            </a:r>
          </a:p>
        </p:txBody>
      </p:sp>
      <p:sp>
        <p:nvSpPr>
          <p:cNvPr id="4" name="Slide Number Placeholder 3"/>
          <p:cNvSpPr>
            <a:spLocks noGrp="1"/>
          </p:cNvSpPr>
          <p:nvPr>
            <p:ph type="sldNum" sz="quarter" idx="5"/>
          </p:nvPr>
        </p:nvSpPr>
        <p:spPr/>
        <p:txBody>
          <a:bodyPr/>
          <a:lstStyle/>
          <a:p>
            <a:fld id="{D42A2108-7F12-4C5B-8C23-B8F81111B9CD}" type="slidenum">
              <a:rPr lang="en-US" smtClean="0"/>
              <a:t>8</a:t>
            </a:fld>
            <a:endParaRPr lang="en-US"/>
          </a:p>
        </p:txBody>
      </p:sp>
    </p:spTree>
    <p:extLst>
      <p:ext uri="{BB962C8B-B14F-4D97-AF65-F5344CB8AC3E}">
        <p14:creationId xmlns:p14="http://schemas.microsoft.com/office/powerpoint/2010/main" val="2470476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Clear articulation helps listeners understand your message without confusion. It enhances your credibility and keeps audiences engaged throughout your podcast episodes.</a:t>
            </a:r>
          </a:p>
        </p:txBody>
      </p:sp>
      <p:sp>
        <p:nvSpPr>
          <p:cNvPr id="4" name="Slide Number Placeholder 3"/>
          <p:cNvSpPr>
            <a:spLocks noGrp="1"/>
          </p:cNvSpPr>
          <p:nvPr>
            <p:ph type="sldNum" sz="quarter" idx="5"/>
          </p:nvPr>
        </p:nvSpPr>
        <p:spPr/>
        <p:txBody>
          <a:bodyPr/>
          <a:lstStyle/>
          <a:p>
            <a:fld id="{D42A2108-7F12-4C5B-8C23-B8F81111B9CD}" type="slidenum">
              <a:rPr lang="en-US" smtClean="0"/>
              <a:t>9</a:t>
            </a:fld>
            <a:endParaRPr lang="en-US"/>
          </a:p>
        </p:txBody>
      </p:sp>
    </p:spTree>
    <p:extLst>
      <p:ext uri="{BB962C8B-B14F-4D97-AF65-F5344CB8AC3E}">
        <p14:creationId xmlns:p14="http://schemas.microsoft.com/office/powerpoint/2010/main" val="1635635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Practice techniques such as tongue twisters, slow speech, and focusing on pronunciation to improve your enunciation. Regular practice will help you sound more confident and articulate.</a:t>
            </a:r>
          </a:p>
        </p:txBody>
      </p:sp>
      <p:sp>
        <p:nvSpPr>
          <p:cNvPr id="4" name="Slide Number Placeholder 3"/>
          <p:cNvSpPr>
            <a:spLocks noGrp="1"/>
          </p:cNvSpPr>
          <p:nvPr>
            <p:ph type="sldNum" sz="quarter" idx="5"/>
          </p:nvPr>
        </p:nvSpPr>
        <p:spPr/>
        <p:txBody>
          <a:bodyPr/>
          <a:lstStyle/>
          <a:p>
            <a:fld id="{D42A2108-7F12-4C5B-8C23-B8F81111B9CD}" type="slidenum">
              <a:rPr lang="en-US" smtClean="0"/>
              <a:t>10</a:t>
            </a:fld>
            <a:endParaRPr lang="en-US"/>
          </a:p>
        </p:txBody>
      </p:sp>
    </p:spTree>
    <p:extLst>
      <p:ext uri="{BB962C8B-B14F-4D97-AF65-F5344CB8AC3E}">
        <p14:creationId xmlns:p14="http://schemas.microsoft.com/office/powerpoint/2010/main" val="23792512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Incorporate vocal exercises like breathing techniques and pitch modulation into your routine. These exercises can enhance your vocal quality and overall delivery, making your podcast more enjoyable.</a:t>
            </a:r>
          </a:p>
        </p:txBody>
      </p:sp>
      <p:sp>
        <p:nvSpPr>
          <p:cNvPr id="4" name="Slide Number Placeholder 3"/>
          <p:cNvSpPr>
            <a:spLocks noGrp="1"/>
          </p:cNvSpPr>
          <p:nvPr>
            <p:ph type="sldNum" sz="quarter" idx="5"/>
          </p:nvPr>
        </p:nvSpPr>
        <p:spPr/>
        <p:txBody>
          <a:bodyPr/>
          <a:lstStyle/>
          <a:p>
            <a:fld id="{D42A2108-7F12-4C5B-8C23-B8F81111B9CD}" type="slidenum">
              <a:rPr lang="en-US" smtClean="0"/>
              <a:t>11</a:t>
            </a:fld>
            <a:endParaRPr lang="en-US"/>
          </a:p>
        </p:txBody>
      </p:sp>
    </p:spTree>
    <p:extLst>
      <p:ext uri="{BB962C8B-B14F-4D97-AF65-F5344CB8AC3E}">
        <p14:creationId xmlns:p14="http://schemas.microsoft.com/office/powerpoint/2010/main" val="3751684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Starting a podcast involves careful planning, effective production, and clear communication. By following these steps and continuously improving your skills, you can create a podcast that resonates with your audience and stands out in the crowded space.</a:t>
            </a:r>
          </a:p>
        </p:txBody>
      </p:sp>
      <p:sp>
        <p:nvSpPr>
          <p:cNvPr id="4" name="Slide Number Placeholder 3"/>
          <p:cNvSpPr>
            <a:spLocks noGrp="1"/>
          </p:cNvSpPr>
          <p:nvPr>
            <p:ph type="sldNum" sz="quarter" idx="5"/>
          </p:nvPr>
        </p:nvSpPr>
        <p:spPr/>
        <p:txBody>
          <a:bodyPr/>
          <a:lstStyle/>
          <a:p>
            <a:fld id="{D42A2108-7F12-4C5B-8C23-B8F81111B9CD}" type="slidenum">
              <a:rPr lang="en-US" smtClean="0"/>
              <a:t>12</a:t>
            </a:fld>
            <a:endParaRPr lang="en-US"/>
          </a:p>
        </p:txBody>
      </p:sp>
    </p:spTree>
    <p:extLst>
      <p:ext uri="{BB962C8B-B14F-4D97-AF65-F5344CB8AC3E}">
        <p14:creationId xmlns:p14="http://schemas.microsoft.com/office/powerpoint/2010/main" val="656762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58E14-23EC-4C25-974C-48FA83988655}"/>
              </a:ext>
            </a:extLst>
          </p:cNvPr>
          <p:cNvSpPr>
            <a:spLocks noGrp="1"/>
          </p:cNvSpPr>
          <p:nvPr>
            <p:ph type="ctrTitle"/>
          </p:nvPr>
        </p:nvSpPr>
        <p:spPr>
          <a:xfrm>
            <a:off x="517870" y="978408"/>
            <a:ext cx="5021183" cy="507422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E9FEDD4-20A1-49F6-9E3E-0B26B426BB73}"/>
              </a:ext>
            </a:extLst>
          </p:cNvPr>
          <p:cNvSpPr>
            <a:spLocks noGrp="1"/>
          </p:cNvSpPr>
          <p:nvPr>
            <p:ph type="subTitle" idx="1"/>
          </p:nvPr>
        </p:nvSpPr>
        <p:spPr>
          <a:xfrm>
            <a:off x="6662167" y="3602038"/>
            <a:ext cx="5021183" cy="2244580"/>
          </a:xfrm>
        </p:spPr>
        <p:txBody>
          <a:bodyPr anchor="b">
            <a:normAutofit/>
          </a:bodyPr>
          <a:lstStyle>
            <a:lvl1pPr marL="0" indent="0" algn="l">
              <a:lnSpc>
                <a:spcPct val="100000"/>
              </a:lnSpc>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580A32F-E6F3-4C2E-B9E3-E47868E42511}"/>
              </a:ext>
            </a:extLst>
          </p:cNvPr>
          <p:cNvSpPr>
            <a:spLocks noGrp="1"/>
          </p:cNvSpPr>
          <p:nvPr>
            <p:ph type="dt" sz="half" idx="10"/>
          </p:nvPr>
        </p:nvSpPr>
        <p:spPr/>
        <p:txBody>
          <a:bodyPr/>
          <a:lstStyle/>
          <a:p>
            <a:fld id="{3391A759-BFF8-4B5B-9ECE-D93AC303B331}" type="datetime1">
              <a:rPr lang="en-US" smtClean="0"/>
              <a:t>6/17/2025</a:t>
            </a:fld>
            <a:endParaRPr lang="en-US"/>
          </a:p>
        </p:txBody>
      </p:sp>
      <p:sp>
        <p:nvSpPr>
          <p:cNvPr id="5" name="Footer Placeholder 4">
            <a:extLst>
              <a:ext uri="{FF2B5EF4-FFF2-40B4-BE49-F238E27FC236}">
                <a16:creationId xmlns:a16="http://schemas.microsoft.com/office/drawing/2014/main" id="{78806724-A87A-4231-BFD9-277482AF78C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730D1AF-36B8-4BB8-BD6A-71194F7BC31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8" name="Rectangle 7">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2920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63D8A-C68D-4CF9-9D15-3E09BCC09F6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524D94C-E537-4FF3-AAF8-A85F05C31A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824B1D4-6731-4993-8609-16C1D3327986}"/>
              </a:ext>
            </a:extLst>
          </p:cNvPr>
          <p:cNvSpPr>
            <a:spLocks noGrp="1"/>
          </p:cNvSpPr>
          <p:nvPr>
            <p:ph type="dt" sz="half" idx="10"/>
          </p:nvPr>
        </p:nvSpPr>
        <p:spPr/>
        <p:txBody>
          <a:bodyPr/>
          <a:lstStyle/>
          <a:p>
            <a:fld id="{EEBAB316-A2E6-49F2-825C-64AA951E4184}" type="datetime1">
              <a:rPr lang="en-US" smtClean="0"/>
              <a:t>6/17/2025</a:t>
            </a:fld>
            <a:endParaRPr lang="en-US"/>
          </a:p>
        </p:txBody>
      </p:sp>
      <p:sp>
        <p:nvSpPr>
          <p:cNvPr id="5" name="Footer Placeholder 4">
            <a:extLst>
              <a:ext uri="{FF2B5EF4-FFF2-40B4-BE49-F238E27FC236}">
                <a16:creationId xmlns:a16="http://schemas.microsoft.com/office/drawing/2014/main" id="{3DFB7BBD-CEEB-4256-84B2-6D907E1188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972A8B7-F430-4F4A-BB63-481F51E5880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634006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AC1C-A332-4BA5-8C9C-FE0396C81619}"/>
              </a:ext>
            </a:extLst>
          </p:cNvPr>
          <p:cNvSpPr>
            <a:spLocks noGrp="1"/>
          </p:cNvSpPr>
          <p:nvPr>
            <p:ph type="title"/>
          </p:nvPr>
        </p:nvSpPr>
        <p:spPr>
          <a:xfrm>
            <a:off x="517870" y="978408"/>
            <a:ext cx="5020056" cy="4870974"/>
          </a:xfrm>
        </p:spPr>
        <p:txBody>
          <a:bodyPr anchor="t">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8D137-710E-4125-B5E9-F63E7F1C9C9D}"/>
              </a:ext>
            </a:extLst>
          </p:cNvPr>
          <p:cNvSpPr>
            <a:spLocks noGrp="1"/>
          </p:cNvSpPr>
          <p:nvPr>
            <p:ph type="body" idx="1"/>
          </p:nvPr>
        </p:nvSpPr>
        <p:spPr>
          <a:xfrm>
            <a:off x="6662167" y="3566639"/>
            <a:ext cx="5021183" cy="2279979"/>
          </a:xfrm>
        </p:spPr>
        <p:txBody>
          <a:bodyPr anchor="b">
            <a:normAutofit/>
          </a:bodyPr>
          <a:lstStyle>
            <a:lvl1pPr marL="0" indent="0">
              <a:buNone/>
              <a:defRPr sz="2200" i="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5480C5-E9A6-425E-B050-03E444BE92C9}"/>
              </a:ext>
            </a:extLst>
          </p:cNvPr>
          <p:cNvSpPr>
            <a:spLocks noGrp="1"/>
          </p:cNvSpPr>
          <p:nvPr>
            <p:ph type="dt" sz="half" idx="10"/>
          </p:nvPr>
        </p:nvSpPr>
        <p:spPr/>
        <p:txBody>
          <a:bodyPr/>
          <a:lstStyle/>
          <a:p>
            <a:fld id="{5AE9748B-ADD6-4C5A-8C2A-A39721276E74}" type="datetime1">
              <a:rPr lang="en-US" smtClean="0"/>
              <a:t>6/17/2025</a:t>
            </a:fld>
            <a:endParaRPr lang="en-US"/>
          </a:p>
        </p:txBody>
      </p:sp>
      <p:sp>
        <p:nvSpPr>
          <p:cNvPr id="5" name="Footer Placeholder 4">
            <a:extLst>
              <a:ext uri="{FF2B5EF4-FFF2-40B4-BE49-F238E27FC236}">
                <a16:creationId xmlns:a16="http://schemas.microsoft.com/office/drawing/2014/main" id="{951B4831-6C0B-4E0B-A341-91E4C5D36B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F011EE6-252D-46DD-94DF-C42657EF2CD9}"/>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671395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04B06-C54A-4B7B-B6D1-436428EAF8E2}"/>
              </a:ext>
            </a:extLst>
          </p:cNvPr>
          <p:cNvSpPr>
            <a:spLocks noGrp="1"/>
          </p:cNvSpPr>
          <p:nvPr>
            <p:ph type="title"/>
          </p:nvPr>
        </p:nvSpPr>
        <p:spPr>
          <a:xfrm>
            <a:off x="517870" y="978408"/>
            <a:ext cx="5021182" cy="520769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723919-9A2F-4D97-8F31-6E35BD5975B0}"/>
              </a:ext>
            </a:extLst>
          </p:cNvPr>
          <p:cNvSpPr>
            <a:spLocks noGrp="1"/>
          </p:cNvSpPr>
          <p:nvPr>
            <p:ph sz="half" idx="1"/>
          </p:nvPr>
        </p:nvSpPr>
        <p:spPr>
          <a:xfrm>
            <a:off x="6063049" y="969264"/>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F8DA345-F684-4BAA-A22C-E725B3A6037F}"/>
              </a:ext>
            </a:extLst>
          </p:cNvPr>
          <p:cNvSpPr>
            <a:spLocks noGrp="1"/>
          </p:cNvSpPr>
          <p:nvPr>
            <p:ph sz="half" idx="2"/>
          </p:nvPr>
        </p:nvSpPr>
        <p:spPr>
          <a:xfrm>
            <a:off x="6063049" y="3621849"/>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399C52-9753-45D8-9646-CF31BB01577C}"/>
              </a:ext>
            </a:extLst>
          </p:cNvPr>
          <p:cNvSpPr>
            <a:spLocks noGrp="1"/>
          </p:cNvSpPr>
          <p:nvPr>
            <p:ph type="dt" sz="half" idx="10"/>
          </p:nvPr>
        </p:nvSpPr>
        <p:spPr/>
        <p:txBody>
          <a:bodyPr/>
          <a:lstStyle/>
          <a:p>
            <a:fld id="{7241FB0F-3C5C-4949-B933-9C7E511ED094}" type="datetime1">
              <a:rPr lang="en-US" smtClean="0"/>
              <a:t>6/17/2025</a:t>
            </a:fld>
            <a:endParaRPr lang="en-US"/>
          </a:p>
        </p:txBody>
      </p:sp>
      <p:sp>
        <p:nvSpPr>
          <p:cNvPr id="6" name="Footer Placeholder 5">
            <a:extLst>
              <a:ext uri="{FF2B5EF4-FFF2-40B4-BE49-F238E27FC236}">
                <a16:creationId xmlns:a16="http://schemas.microsoft.com/office/drawing/2014/main" id="{C2F95E57-622C-4199-940E-F5462E1AC44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01B7592-00E8-41EF-B749-2A5EA8E460DA}"/>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677619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2291277-967B-4176-B40B-9EC360626994}"/>
              </a:ext>
            </a:extLst>
          </p:cNvPr>
          <p:cNvSpPr/>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cap="none" spc="0">
              <a:ln w="0"/>
              <a:solidFill>
                <a:schemeClr val="tx1"/>
              </a:solidFill>
              <a:effectLst>
                <a:outerShdw blurRad="38100" dist="19050" dir="2700000" algn="tl" rotWithShape="0">
                  <a:schemeClr val="dk1">
                    <a:alpha val="40000"/>
                  </a:schemeClr>
                </a:outerShdw>
              </a:effectLst>
            </a:endParaRPr>
          </a:p>
        </p:txBody>
      </p:sp>
      <p:sp>
        <p:nvSpPr>
          <p:cNvPr id="2" name="Title 1">
            <a:extLst>
              <a:ext uri="{FF2B5EF4-FFF2-40B4-BE49-F238E27FC236}">
                <a16:creationId xmlns:a16="http://schemas.microsoft.com/office/drawing/2014/main" id="{FCB11C00-F7CB-4484-807A-D12745CD3CC8}"/>
              </a:ext>
            </a:extLst>
          </p:cNvPr>
          <p:cNvSpPr>
            <a:spLocks noGrp="1"/>
          </p:cNvSpPr>
          <p:nvPr>
            <p:ph type="title"/>
          </p:nvPr>
        </p:nvSpPr>
        <p:spPr>
          <a:xfrm>
            <a:off x="517869" y="978119"/>
            <a:ext cx="11165481" cy="107305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FAAA6E-E243-48B3-9585-3C1420B3E19F}"/>
              </a:ext>
            </a:extLst>
          </p:cNvPr>
          <p:cNvSpPr>
            <a:spLocks noGrp="1"/>
          </p:cNvSpPr>
          <p:nvPr>
            <p:ph type="body" idx="1"/>
          </p:nvPr>
        </p:nvSpPr>
        <p:spPr>
          <a:xfrm>
            <a:off x="517870" y="2178908"/>
            <a:ext cx="5020056"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D01B8-0F2E-41A4-B21C-334393F6A677}"/>
              </a:ext>
            </a:extLst>
          </p:cNvPr>
          <p:cNvSpPr>
            <a:spLocks noGrp="1"/>
          </p:cNvSpPr>
          <p:nvPr>
            <p:ph sz="half" idx="2"/>
          </p:nvPr>
        </p:nvSpPr>
        <p:spPr>
          <a:xfrm>
            <a:off x="517870" y="2876085"/>
            <a:ext cx="5020056"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9B23F-3E60-415A-9CE7-0928B5CFB2B3}"/>
              </a:ext>
            </a:extLst>
          </p:cNvPr>
          <p:cNvSpPr>
            <a:spLocks noGrp="1"/>
          </p:cNvSpPr>
          <p:nvPr>
            <p:ph type="body" sz="quarter" idx="3"/>
          </p:nvPr>
        </p:nvSpPr>
        <p:spPr>
          <a:xfrm>
            <a:off x="6662168" y="2178908"/>
            <a:ext cx="5021182"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223446-0CDC-402B-8D71-D9D29F6DFFCC}"/>
              </a:ext>
            </a:extLst>
          </p:cNvPr>
          <p:cNvSpPr>
            <a:spLocks noGrp="1"/>
          </p:cNvSpPr>
          <p:nvPr>
            <p:ph sz="quarter" idx="4"/>
          </p:nvPr>
        </p:nvSpPr>
        <p:spPr>
          <a:xfrm>
            <a:off x="6662168" y="2876085"/>
            <a:ext cx="5021182"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02B77D3-C6EC-4FFD-9E10-24E1AC542019}"/>
              </a:ext>
            </a:extLst>
          </p:cNvPr>
          <p:cNvSpPr>
            <a:spLocks noGrp="1"/>
          </p:cNvSpPr>
          <p:nvPr>
            <p:ph type="dt" sz="half" idx="10"/>
          </p:nvPr>
        </p:nvSpPr>
        <p:spPr>
          <a:xfrm>
            <a:off x="517870" y="6420414"/>
            <a:ext cx="2743200" cy="365125"/>
          </a:xfrm>
        </p:spPr>
        <p:txBody>
          <a:bodyPr/>
          <a:lstStyle/>
          <a:p>
            <a:fld id="{C2F01D58-E949-4BCB-829A-BBF80E38D59C}" type="datetime1">
              <a:rPr lang="en-US" smtClean="0"/>
              <a:t>6/17/2025</a:t>
            </a:fld>
            <a:endParaRPr lang="en-US"/>
          </a:p>
        </p:txBody>
      </p:sp>
      <p:sp>
        <p:nvSpPr>
          <p:cNvPr id="8" name="Footer Placeholder 7">
            <a:extLst>
              <a:ext uri="{FF2B5EF4-FFF2-40B4-BE49-F238E27FC236}">
                <a16:creationId xmlns:a16="http://schemas.microsoft.com/office/drawing/2014/main" id="{209DF31B-BD07-4DC2-95C2-B77E51AAEFF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54CE5A-3A0A-4AAB-81D2-F1C20636E54C}"/>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036152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216B8-52AB-412B-BBE7-B6BE698FA29B}"/>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BF779C3-9D19-467E-A5D2-0920834DA13C}"/>
              </a:ext>
            </a:extLst>
          </p:cNvPr>
          <p:cNvSpPr>
            <a:spLocks noGrp="1"/>
          </p:cNvSpPr>
          <p:nvPr>
            <p:ph type="dt" sz="half" idx="10"/>
          </p:nvPr>
        </p:nvSpPr>
        <p:spPr/>
        <p:txBody>
          <a:bodyPr/>
          <a:lstStyle/>
          <a:p>
            <a:fld id="{FF10A846-0DA4-4D92-9BF1-DE8C52C1F4DF}" type="datetime1">
              <a:rPr lang="en-US" smtClean="0"/>
              <a:t>6/17/2025</a:t>
            </a:fld>
            <a:endParaRPr lang="en-US"/>
          </a:p>
        </p:txBody>
      </p:sp>
      <p:sp>
        <p:nvSpPr>
          <p:cNvPr id="4" name="Footer Placeholder 3">
            <a:extLst>
              <a:ext uri="{FF2B5EF4-FFF2-40B4-BE49-F238E27FC236}">
                <a16:creationId xmlns:a16="http://schemas.microsoft.com/office/drawing/2014/main" id="{8E272BB4-C8D8-4F74-9677-5AC979932A7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96B49B8-779F-4492-ABD9-96F0D042AC41}"/>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45201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B976BF-9339-48D6-881A-280D15492E05}"/>
              </a:ext>
            </a:extLst>
          </p:cNvPr>
          <p:cNvSpPr>
            <a:spLocks noGrp="1"/>
          </p:cNvSpPr>
          <p:nvPr>
            <p:ph type="dt" sz="half" idx="10"/>
          </p:nvPr>
        </p:nvSpPr>
        <p:spPr/>
        <p:txBody>
          <a:bodyPr/>
          <a:lstStyle/>
          <a:p>
            <a:fld id="{E9412331-4A9C-472F-A7FA-968157338839}" type="datetime1">
              <a:rPr lang="en-US" smtClean="0"/>
              <a:t>6/17/2025</a:t>
            </a:fld>
            <a:endParaRPr lang="en-US"/>
          </a:p>
        </p:txBody>
      </p:sp>
      <p:sp>
        <p:nvSpPr>
          <p:cNvPr id="3" name="Footer Placeholder 2">
            <a:extLst>
              <a:ext uri="{FF2B5EF4-FFF2-40B4-BE49-F238E27FC236}">
                <a16:creationId xmlns:a16="http://schemas.microsoft.com/office/drawing/2014/main" id="{45277605-C9C8-432E-9662-D7D410B151D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22432B6-4A12-46EF-98A7-B5D50BD516F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780102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191C-AF68-4230-A7B2-F8F07B486EDC}"/>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8F9F11-5FCF-4D7E-BA51-38CB84277DC9}"/>
              </a:ext>
            </a:extLst>
          </p:cNvPr>
          <p:cNvSpPr>
            <a:spLocks noGrp="1"/>
          </p:cNvSpPr>
          <p:nvPr>
            <p:ph idx="1"/>
          </p:nvPr>
        </p:nvSpPr>
        <p:spPr>
          <a:xfrm>
            <a:off x="6653182" y="987423"/>
            <a:ext cx="5020948"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73B519B-06C0-41BC-95FB-FB1FE436375E}"/>
              </a:ext>
            </a:extLst>
          </p:cNvPr>
          <p:cNvSpPr>
            <a:spLocks noGrp="1"/>
          </p:cNvSpPr>
          <p:nvPr>
            <p:ph type="body" sz="half" idx="2"/>
          </p:nvPr>
        </p:nvSpPr>
        <p:spPr>
          <a:xfrm>
            <a:off x="517870" y="3361038"/>
            <a:ext cx="5020948" cy="2507949"/>
          </a:xfrm>
        </p:spPr>
        <p:txBody>
          <a:bodyPr>
            <a:normAutofit/>
          </a:bodyPr>
          <a:lstStyle>
            <a:lvl1pPr marL="0" indent="0">
              <a:buNone/>
              <a:defRPr sz="24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B8B70C-015C-4832-AFF6-D033E022746B}"/>
              </a:ext>
            </a:extLst>
          </p:cNvPr>
          <p:cNvSpPr>
            <a:spLocks noGrp="1"/>
          </p:cNvSpPr>
          <p:nvPr>
            <p:ph type="dt" sz="half" idx="10"/>
          </p:nvPr>
        </p:nvSpPr>
        <p:spPr/>
        <p:txBody>
          <a:bodyPr/>
          <a:lstStyle/>
          <a:p>
            <a:fld id="{A2197F3D-ED52-43FD-A26D-318B71534485}" type="datetime1">
              <a:rPr lang="en-US" smtClean="0"/>
              <a:t>6/17/2025</a:t>
            </a:fld>
            <a:endParaRPr lang="en-US"/>
          </a:p>
        </p:txBody>
      </p:sp>
      <p:sp>
        <p:nvSpPr>
          <p:cNvPr id="6" name="Footer Placeholder 5">
            <a:extLst>
              <a:ext uri="{FF2B5EF4-FFF2-40B4-BE49-F238E27FC236}">
                <a16:creationId xmlns:a16="http://schemas.microsoft.com/office/drawing/2014/main" id="{BEF1A6FB-8C14-46D1-90A5-0FF11DE7863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782C585-6FA1-4E94-9C1C-A1DEDE55108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545395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98B43-D1CE-43F4-A367-EF1FE9688913}"/>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2B73978-8CDF-4C0E-ABA1-7291A0347362}"/>
              </a:ext>
            </a:extLst>
          </p:cNvPr>
          <p:cNvSpPr>
            <a:spLocks noGrp="1"/>
          </p:cNvSpPr>
          <p:nvPr>
            <p:ph type="pic" idx="1"/>
          </p:nvPr>
        </p:nvSpPr>
        <p:spPr>
          <a:xfrm>
            <a:off x="6662168" y="987425"/>
            <a:ext cx="502700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5BECC62-ED45-451E-BEC5-A03C6A554D26}"/>
              </a:ext>
            </a:extLst>
          </p:cNvPr>
          <p:cNvSpPr>
            <a:spLocks noGrp="1"/>
          </p:cNvSpPr>
          <p:nvPr>
            <p:ph type="body" sz="half" idx="2"/>
          </p:nvPr>
        </p:nvSpPr>
        <p:spPr>
          <a:xfrm>
            <a:off x="517870" y="3340442"/>
            <a:ext cx="5020948" cy="2528545"/>
          </a:xfrm>
        </p:spPr>
        <p:txBody>
          <a:bodyPr>
            <a:normAutofit/>
          </a:bodyPr>
          <a:lstStyle>
            <a:lvl1pPr marL="0" indent="0">
              <a:buNone/>
              <a:defRPr sz="22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1A7A86-B983-4315-9312-936B4FCF75FE}"/>
              </a:ext>
            </a:extLst>
          </p:cNvPr>
          <p:cNvSpPr>
            <a:spLocks noGrp="1"/>
          </p:cNvSpPr>
          <p:nvPr>
            <p:ph type="dt" sz="half" idx="10"/>
          </p:nvPr>
        </p:nvSpPr>
        <p:spPr/>
        <p:txBody>
          <a:bodyPr/>
          <a:lstStyle/>
          <a:p>
            <a:fld id="{3D291FA4-6264-4BB8-B3B5-77711EED2D82}" type="datetime1">
              <a:rPr lang="en-US" smtClean="0"/>
              <a:t>6/17/2025</a:t>
            </a:fld>
            <a:endParaRPr lang="en-US"/>
          </a:p>
        </p:txBody>
      </p:sp>
      <p:sp>
        <p:nvSpPr>
          <p:cNvPr id="6" name="Footer Placeholder 5">
            <a:extLst>
              <a:ext uri="{FF2B5EF4-FFF2-40B4-BE49-F238E27FC236}">
                <a16:creationId xmlns:a16="http://schemas.microsoft.com/office/drawing/2014/main" id="{1E2E88C0-25A5-46F9-AB35-EAD50E6B913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A0F9EA8-45AD-478E-8606-9328245BC8A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513948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F6B8E-1D8E-4105-9BBB-D53AD24B738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3825530-6629-4FEA-9670-EB21A2F5BA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664C7A-A73F-46F5-BC33-696671DAEEE7}"/>
              </a:ext>
            </a:extLst>
          </p:cNvPr>
          <p:cNvSpPr>
            <a:spLocks noGrp="1"/>
          </p:cNvSpPr>
          <p:nvPr>
            <p:ph type="dt" sz="half" idx="10"/>
          </p:nvPr>
        </p:nvSpPr>
        <p:spPr/>
        <p:txBody>
          <a:bodyPr/>
          <a:lstStyle/>
          <a:p>
            <a:fld id="{6DFDF398-5DA3-4937-BE3F-7CA1B9158252}" type="datetime1">
              <a:rPr lang="en-US" smtClean="0"/>
              <a:t>6/17/2025</a:t>
            </a:fld>
            <a:endParaRPr lang="en-US"/>
          </a:p>
        </p:txBody>
      </p:sp>
      <p:sp>
        <p:nvSpPr>
          <p:cNvPr id="5" name="Footer Placeholder 4">
            <a:extLst>
              <a:ext uri="{FF2B5EF4-FFF2-40B4-BE49-F238E27FC236}">
                <a16:creationId xmlns:a16="http://schemas.microsoft.com/office/drawing/2014/main" id="{512B3CC0-B649-4509-A4B6-DF9D20EFACE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2CECCCA-3F2A-46F3-BF45-7C862FF1D752}"/>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563032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50133B-2446-4168-AA17-6538910668FD}"/>
              </a:ext>
            </a:extLst>
          </p:cNvPr>
          <p:cNvSpPr>
            <a:spLocks noGrp="1"/>
          </p:cNvSpPr>
          <p:nvPr>
            <p:ph type="title" orient="vert"/>
          </p:nvPr>
        </p:nvSpPr>
        <p:spPr>
          <a:xfrm>
            <a:off x="6662168" y="996791"/>
            <a:ext cx="5011962" cy="495692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006A9AD-2756-4C51-A958-6756301EB938}"/>
              </a:ext>
            </a:extLst>
          </p:cNvPr>
          <p:cNvSpPr>
            <a:spLocks noGrp="1"/>
          </p:cNvSpPr>
          <p:nvPr>
            <p:ph type="body" orient="vert" idx="1"/>
          </p:nvPr>
        </p:nvSpPr>
        <p:spPr>
          <a:xfrm>
            <a:off x="517870" y="996791"/>
            <a:ext cx="5021183" cy="4956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42995D-CCEA-43AF-973B-8B6B56A567E8}"/>
              </a:ext>
            </a:extLst>
          </p:cNvPr>
          <p:cNvSpPr>
            <a:spLocks noGrp="1"/>
          </p:cNvSpPr>
          <p:nvPr>
            <p:ph type="dt" sz="half" idx="10"/>
          </p:nvPr>
        </p:nvSpPr>
        <p:spPr/>
        <p:txBody>
          <a:bodyPr/>
          <a:lstStyle/>
          <a:p>
            <a:fld id="{8F191ED9-F929-4A92-90F9-3C9C84ABBE83}" type="datetime1">
              <a:rPr lang="en-US" smtClean="0"/>
              <a:t>6/17/2025</a:t>
            </a:fld>
            <a:endParaRPr lang="en-US"/>
          </a:p>
        </p:txBody>
      </p:sp>
      <p:sp>
        <p:nvSpPr>
          <p:cNvPr id="5" name="Footer Placeholder 4">
            <a:extLst>
              <a:ext uri="{FF2B5EF4-FFF2-40B4-BE49-F238E27FC236}">
                <a16:creationId xmlns:a16="http://schemas.microsoft.com/office/drawing/2014/main" id="{2A4029CF-BA62-4CCD-956E-FFA0B37B8A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CE0B3D-96AB-41B3-ABDD-5B0DE863DAF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12" name="Rectangle 11">
            <a:extLst>
              <a:ext uri="{FF2B5EF4-FFF2-40B4-BE49-F238E27FC236}">
                <a16:creationId xmlns:a16="http://schemas.microsoft.com/office/drawing/2014/main" id="{4618136A-0796-46EB-89BB-4C73C0258FE9}"/>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9739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61AD20-E240-4E6F-AF91-689F7AEEE33A}"/>
              </a:ext>
            </a:extLst>
          </p:cNvPr>
          <p:cNvSpPr>
            <a:spLocks noGrp="1"/>
          </p:cNvSpPr>
          <p:nvPr>
            <p:ph type="title"/>
          </p:nvPr>
        </p:nvSpPr>
        <p:spPr>
          <a:xfrm>
            <a:off x="517870" y="978408"/>
            <a:ext cx="5021182" cy="487045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2E78801-35D1-4C19-BC2B-EAC7EE917E73}"/>
              </a:ext>
            </a:extLst>
          </p:cNvPr>
          <p:cNvSpPr>
            <a:spLocks noGrp="1"/>
          </p:cNvSpPr>
          <p:nvPr>
            <p:ph type="body" idx="1"/>
          </p:nvPr>
        </p:nvSpPr>
        <p:spPr>
          <a:xfrm>
            <a:off x="6662168" y="969264"/>
            <a:ext cx="5021182" cy="48704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1282A45-C5B9-4575-8E28-A35767B4D71C}"/>
              </a:ext>
            </a:extLst>
          </p:cNvPr>
          <p:cNvSpPr>
            <a:spLocks noGrp="1"/>
          </p:cNvSpPr>
          <p:nvPr>
            <p:ph type="dt" sz="half" idx="2"/>
          </p:nvPr>
        </p:nvSpPr>
        <p:spPr>
          <a:xfrm>
            <a:off x="517870" y="6420414"/>
            <a:ext cx="2743200" cy="365125"/>
          </a:xfrm>
          <a:prstGeom prst="rect">
            <a:avLst/>
          </a:prstGeom>
        </p:spPr>
        <p:txBody>
          <a:bodyPr vert="horz" lIns="91440" tIns="45720" rIns="91440" bIns="45720" rtlCol="0" anchor="ctr"/>
          <a:lstStyle>
            <a:lvl1pPr algn="l">
              <a:defRPr sz="900">
                <a:solidFill>
                  <a:schemeClr val="tx1"/>
                </a:solidFill>
              </a:defRPr>
            </a:lvl1pPr>
          </a:lstStyle>
          <a:p>
            <a:fld id="{E7F6A1D9-D323-4F4E-8655-25E2D32CE742}" type="datetime1">
              <a:rPr lang="en-US" smtClean="0"/>
              <a:t>6/17/2025</a:t>
            </a:fld>
            <a:endParaRPr lang="en-US"/>
          </a:p>
        </p:txBody>
      </p:sp>
      <p:sp>
        <p:nvSpPr>
          <p:cNvPr id="5" name="Footer Placeholder 4">
            <a:extLst>
              <a:ext uri="{FF2B5EF4-FFF2-40B4-BE49-F238E27FC236}">
                <a16:creationId xmlns:a16="http://schemas.microsoft.com/office/drawing/2014/main" id="{2E9D0933-AA03-4018-8E37-004CFB9F61D6}"/>
              </a:ext>
            </a:extLst>
          </p:cNvPr>
          <p:cNvSpPr>
            <a:spLocks noGrp="1"/>
          </p:cNvSpPr>
          <p:nvPr>
            <p:ph type="ftr" sz="quarter" idx="3"/>
          </p:nvPr>
        </p:nvSpPr>
        <p:spPr>
          <a:xfrm>
            <a:off x="517870" y="97713"/>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F282A-DF4A-4A2D-9672-8F0F770A3F1A}"/>
              </a:ext>
            </a:extLst>
          </p:cNvPr>
          <p:cNvSpPr>
            <a:spLocks noGrp="1"/>
          </p:cNvSpPr>
          <p:nvPr>
            <p:ph type="sldNum" sz="quarter" idx="4"/>
          </p:nvPr>
        </p:nvSpPr>
        <p:spPr>
          <a:xfrm>
            <a:off x="11454317" y="6420414"/>
            <a:ext cx="637909" cy="365125"/>
          </a:xfrm>
          <a:prstGeom prst="rect">
            <a:avLst/>
          </a:prstGeom>
        </p:spPr>
        <p:txBody>
          <a:bodyPr vert="horz" lIns="91440" tIns="45720" rIns="91440" bIns="45720" rtlCol="0" anchor="ctr"/>
          <a:lstStyle>
            <a:lvl1pPr algn="r">
              <a:defRPr sz="900">
                <a:solidFill>
                  <a:schemeClr val="tx1"/>
                </a:solidFill>
              </a:defRPr>
            </a:lvl1pPr>
          </a:lstStyle>
          <a:p>
            <a:fld id="{DFDF98CC-160E-494C-8C3C-8CDC5FA257DE}" type="slidenum">
              <a:rPr lang="en-US" smtClean="0"/>
              <a:pPr/>
              <a:t>‹#›</a:t>
            </a:fld>
            <a:endParaRPr lang="en-US" dirty="0"/>
          </a:p>
        </p:txBody>
      </p:sp>
      <p:sp>
        <p:nvSpPr>
          <p:cNvPr id="14" name="Rectangle 13">
            <a:extLst>
              <a:ext uri="{FF2B5EF4-FFF2-40B4-BE49-F238E27FC236}">
                <a16:creationId xmlns:a16="http://schemas.microsoft.com/office/drawing/2014/main" id="{ADE57300-C7FF-4578-99A0-42B0295B123C}"/>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B8F8250-7A81-4A19-87AD-FFB2CE4E39A5}"/>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99F38FC-2DEA-2647-C409-EF75720C1017}"/>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91483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274320" indent="-27432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274320" indent="0" algn="l"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548640" indent="-27432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54864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E43D9F-0EA2-A5A4-B315-FFA096D9D2AC}"/>
              </a:ext>
            </a:extLst>
          </p:cNvPr>
          <p:cNvSpPr txBox="1"/>
          <p:nvPr/>
        </p:nvSpPr>
        <p:spPr>
          <a:xfrm>
            <a:off x="2574715" y="4298295"/>
            <a:ext cx="7042569" cy="923330"/>
          </a:xfrm>
          <a:prstGeom prst="rect">
            <a:avLst/>
          </a:prstGeom>
          <a:noFill/>
        </p:spPr>
        <p:txBody>
          <a:bodyPr wrap="none" rtlCol="0">
            <a:spAutoFit/>
          </a:bodyPr>
          <a:lstStyle/>
          <a:p>
            <a:pPr algn="ctr"/>
            <a:r>
              <a:rPr lang="pl-PL" dirty="0"/>
              <a:t>Try using this feature to add a slide between other slides. </a:t>
            </a:r>
          </a:p>
          <a:p>
            <a:pPr algn="ctr"/>
            <a:endParaRPr lang="pl-PL" dirty="0"/>
          </a:p>
          <a:p>
            <a:pPr algn="ctr"/>
            <a:r>
              <a:rPr lang="pl-PL" dirty="0"/>
              <a:t>Use for example the prompt </a:t>
            </a:r>
            <a:r>
              <a:rPr lang="pl-PL" b="1" dirty="0"/>
              <a:t>„how to find a niche for your podcast”</a:t>
            </a:r>
            <a:endParaRPr lang="en-US" b="1" dirty="0"/>
          </a:p>
        </p:txBody>
      </p:sp>
      <p:pic>
        <p:nvPicPr>
          <p:cNvPr id="6" name="Picture 5">
            <a:extLst>
              <a:ext uri="{FF2B5EF4-FFF2-40B4-BE49-F238E27FC236}">
                <a16:creationId xmlns:a16="http://schemas.microsoft.com/office/drawing/2014/main" id="{713ADC6B-BE08-00C3-8C0B-B336FDC8B3AB}"/>
              </a:ext>
            </a:extLst>
          </p:cNvPr>
          <p:cNvPicPr>
            <a:picLocks noChangeAspect="1"/>
          </p:cNvPicPr>
          <p:nvPr/>
        </p:nvPicPr>
        <p:blipFill>
          <a:blip r:embed="rId2"/>
          <a:srcRect r="4470"/>
          <a:stretch>
            <a:fillRect/>
          </a:stretch>
        </p:blipFill>
        <p:spPr>
          <a:xfrm>
            <a:off x="5030151" y="1715305"/>
            <a:ext cx="2131695" cy="2187692"/>
          </a:xfrm>
          <a:prstGeom prst="roundRect">
            <a:avLst>
              <a:gd name="adj" fmla="val 5228"/>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521617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Mic and audio filter">
            <a:extLst>
              <a:ext uri="{FF2B5EF4-FFF2-40B4-BE49-F238E27FC236}">
                <a16:creationId xmlns:a16="http://schemas.microsoft.com/office/drawing/2014/main" id="{C6641408-AD6D-42B3-A90B-2B5AF94917FA}"/>
              </a:ext>
            </a:extLst>
          </p:cNvPr>
          <p:cNvPicPr>
            <a:picLocks noChangeAspect="1"/>
          </p:cNvPicPr>
          <p:nvPr/>
        </p:nvPicPr>
        <p:blipFill>
          <a:blip r:embed="rId3"/>
          <a:srcRect t="20756" r="9091" b="2635"/>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912025B4-7337-735E-4DC9-E634D2011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FF65BEA9-8A9D-6AB4-DBA6-4EC6BCA1C7DB}"/>
              </a:ext>
            </a:extLst>
          </p:cNvPr>
          <p:cNvSpPr>
            <a:spLocks noGrp="1"/>
          </p:cNvSpPr>
          <p:nvPr>
            <p:ph type="ctrTitle"/>
          </p:nvPr>
        </p:nvSpPr>
        <p:spPr>
          <a:xfrm>
            <a:off x="438910" y="978408"/>
            <a:ext cx="4795819" cy="3969960"/>
          </a:xfrm>
        </p:spPr>
        <p:txBody>
          <a:bodyPr anchor="t">
            <a:normAutofit/>
          </a:bodyPr>
          <a:lstStyle/>
          <a:p>
            <a:pPr>
              <a:lnSpc>
                <a:spcPct val="90000"/>
              </a:lnSpc>
            </a:pPr>
            <a:r>
              <a:rPr lang="en-US" sz="4600"/>
              <a:t>Steps to Start a Podcast: A Comprehensive Guide</a:t>
            </a:r>
          </a:p>
        </p:txBody>
      </p:sp>
      <p:sp>
        <p:nvSpPr>
          <p:cNvPr id="3" name="Subtitle 2">
            <a:extLst>
              <a:ext uri="{FF2B5EF4-FFF2-40B4-BE49-F238E27FC236}">
                <a16:creationId xmlns:a16="http://schemas.microsoft.com/office/drawing/2014/main" id="{B92F1A35-4E27-7CCD-829C-947E5D1610B7}"/>
              </a:ext>
            </a:extLst>
          </p:cNvPr>
          <p:cNvSpPr>
            <a:spLocks noGrp="1"/>
          </p:cNvSpPr>
          <p:nvPr>
            <p:ph type="subTitle" idx="1"/>
          </p:nvPr>
        </p:nvSpPr>
        <p:spPr>
          <a:xfrm>
            <a:off x="438910" y="4948369"/>
            <a:ext cx="4381634" cy="1157436"/>
          </a:xfrm>
        </p:spPr>
        <p:txBody>
          <a:bodyPr anchor="b">
            <a:normAutofit/>
          </a:bodyPr>
          <a:lstStyle/>
          <a:p>
            <a:r>
              <a:rPr lang="en-US" sz="2400"/>
              <a:t>Essential steps for launching your own podcast</a:t>
            </a:r>
          </a:p>
        </p:txBody>
      </p:sp>
      <p:sp>
        <p:nvSpPr>
          <p:cNvPr id="13" name="Rectangle 12">
            <a:extLst>
              <a:ext uri="{FF2B5EF4-FFF2-40B4-BE49-F238E27FC236}">
                <a16:creationId xmlns:a16="http://schemas.microsoft.com/office/drawing/2014/main" id="{150CDACD-D191-E642-F686-FCB54B7E5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96116285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Rectangle 9">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28853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89F89BE1-E380-853F-281C-1343C073A34C}"/>
              </a:ext>
            </a:extLst>
          </p:cNvPr>
          <p:cNvSpPr>
            <a:spLocks noGrp="1"/>
          </p:cNvSpPr>
          <p:nvPr>
            <p:ph type="title"/>
          </p:nvPr>
        </p:nvSpPr>
        <p:spPr>
          <a:xfrm>
            <a:off x="517871" y="976160"/>
            <a:ext cx="4288536" cy="5371798"/>
          </a:xfrm>
        </p:spPr>
        <p:txBody>
          <a:bodyPr>
            <a:normAutofit/>
          </a:bodyPr>
          <a:lstStyle/>
          <a:p>
            <a:r>
              <a:rPr lang="en-US" sz="4400"/>
              <a:t>Agenda for Podcast Creation</a:t>
            </a:r>
          </a:p>
        </p:txBody>
      </p:sp>
      <p:sp>
        <p:nvSpPr>
          <p:cNvPr id="3" name="Content Placeholder 2">
            <a:extLst>
              <a:ext uri="{FF2B5EF4-FFF2-40B4-BE49-F238E27FC236}">
                <a16:creationId xmlns:a16="http://schemas.microsoft.com/office/drawing/2014/main" id="{2EE482B1-0459-17A7-B9CE-057ACBE009F7}"/>
              </a:ext>
            </a:extLst>
          </p:cNvPr>
          <p:cNvSpPr>
            <a:spLocks noGrp="1"/>
          </p:cNvSpPr>
          <p:nvPr>
            <p:ph idx="1"/>
          </p:nvPr>
        </p:nvSpPr>
        <p:spPr>
          <a:xfrm>
            <a:off x="5520210" y="1106424"/>
            <a:ext cx="6141734" cy="5314686"/>
          </a:xfrm>
        </p:spPr>
        <p:txBody>
          <a:bodyPr>
            <a:normAutofit/>
          </a:bodyPr>
          <a:lstStyle/>
          <a:p>
            <a:r>
              <a:rPr lang="en-US" dirty="0"/>
              <a:t>Planning Your Podcast</a:t>
            </a:r>
          </a:p>
          <a:p>
            <a:r>
              <a:rPr lang="en-US" dirty="0"/>
              <a:t>Editing and Production</a:t>
            </a:r>
          </a:p>
          <a:p>
            <a:r>
              <a:rPr lang="en-US" dirty="0"/>
              <a:t>Practice Speaking Clearly</a:t>
            </a:r>
          </a:p>
        </p:txBody>
      </p:sp>
    </p:spTree>
    <p:extLst>
      <p:ext uri="{BB962C8B-B14F-4D97-AF65-F5344CB8AC3E}">
        <p14:creationId xmlns:p14="http://schemas.microsoft.com/office/powerpoint/2010/main" val="25486767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27D6A7F4-A4E1-B8C5-5951-99E4A41D6B72}"/>
              </a:ext>
            </a:extLst>
          </p:cNvPr>
          <p:cNvSpPr>
            <a:spLocks noGrp="1"/>
          </p:cNvSpPr>
          <p:nvPr>
            <p:ph type="ctrTitle"/>
          </p:nvPr>
        </p:nvSpPr>
        <p:spPr>
          <a:xfrm>
            <a:off x="521208" y="1211766"/>
            <a:ext cx="7237052" cy="4727988"/>
          </a:xfrm>
        </p:spPr>
        <p:txBody>
          <a:bodyPr anchor="b">
            <a:normAutofit/>
          </a:bodyPr>
          <a:lstStyle/>
          <a:p>
            <a:r>
              <a:rPr lang="en-US" sz="7400"/>
              <a:t>Planning Your Podcast</a:t>
            </a:r>
          </a:p>
        </p:txBody>
      </p:sp>
      <p:sp>
        <p:nvSpPr>
          <p:cNvPr id="9" name="Freeform: Shape 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15166225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4C32CD27-7027-AB2B-38F1-71C08EB84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Teamwork concept with two businessman, &quot;searching&quot; and &quot;idea&quot; symbols.">
            <a:extLst>
              <a:ext uri="{FF2B5EF4-FFF2-40B4-BE49-F238E27FC236}">
                <a16:creationId xmlns:a16="http://schemas.microsoft.com/office/drawing/2014/main" id="{96FB86CE-9978-42E8-8B34-AC15DAE955E0}"/>
              </a:ext>
            </a:extLst>
          </p:cNvPr>
          <p:cNvPicPr>
            <a:picLocks noGrp="1" noChangeAspect="1"/>
          </p:cNvPicPr>
          <p:nvPr>
            <p:ph sz="half" idx="1"/>
          </p:nvPr>
        </p:nvPicPr>
        <p:blipFill>
          <a:blip r:embed="rId3"/>
          <a:srcRect l="21134" r="22096" b="-1"/>
          <a:stretch/>
        </p:blipFill>
        <p:spPr>
          <a:xfrm>
            <a:off x="517869" y="508091"/>
            <a:ext cx="4221911" cy="5837918"/>
          </a:xfrm>
          <a:prstGeom prst="rect">
            <a:avLst/>
          </a:prstGeom>
        </p:spPr>
      </p:pic>
      <p:sp>
        <p:nvSpPr>
          <p:cNvPr id="2" name="Title 1">
            <a:extLst>
              <a:ext uri="{FF2B5EF4-FFF2-40B4-BE49-F238E27FC236}">
                <a16:creationId xmlns:a16="http://schemas.microsoft.com/office/drawing/2014/main" id="{DBE2C4DA-036F-CAA2-13BF-5A807FC8FA96}"/>
              </a:ext>
            </a:extLst>
          </p:cNvPr>
          <p:cNvSpPr>
            <a:spLocks noGrp="1"/>
          </p:cNvSpPr>
          <p:nvPr>
            <p:ph type="title"/>
          </p:nvPr>
        </p:nvSpPr>
        <p:spPr>
          <a:xfrm>
            <a:off x="5438762" y="976160"/>
            <a:ext cx="6232310" cy="1463040"/>
          </a:xfrm>
        </p:spPr>
        <p:txBody>
          <a:bodyPr vert="horz" lIns="91440" tIns="45720" rIns="91440" bIns="45720" rtlCol="0" anchor="t">
            <a:normAutofit/>
          </a:bodyPr>
          <a:lstStyle/>
          <a:p>
            <a:r>
              <a:rPr lang="en-US" sz="4400"/>
              <a:t>Defining Your Podcast's Purpose and Niche</a:t>
            </a:r>
          </a:p>
        </p:txBody>
      </p:sp>
      <p:sp>
        <p:nvSpPr>
          <p:cNvPr id="4" name="Content Placeholder 3">
            <a:extLst>
              <a:ext uri="{FF2B5EF4-FFF2-40B4-BE49-F238E27FC236}">
                <a16:creationId xmlns:a16="http://schemas.microsoft.com/office/drawing/2014/main" id="{D087B95D-E176-E402-C029-6CD8653CCC0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38775" y="2577871"/>
            <a:ext cx="6232310" cy="3768137"/>
          </a:xfrm>
        </p:spPr>
        <p:txBody>
          <a:bodyPr>
            <a:normAutofit/>
          </a:bodyPr>
          <a:lstStyle/>
          <a:p>
            <a:pPr marL="0" indent="0">
              <a:spcBef>
                <a:spcPts val="2500"/>
              </a:spcBef>
              <a:buNone/>
            </a:pPr>
            <a:r>
              <a:rPr lang="en-US" sz="1400" b="1"/>
              <a:t>Identify Your Passions</a:t>
            </a:r>
          </a:p>
          <a:p>
            <a:pPr marL="0" lvl="1" indent="0">
              <a:buNone/>
            </a:pPr>
            <a:r>
              <a:rPr lang="en-US" sz="1400"/>
              <a:t>Begin by identifying topics that excite you, as passion is crucial for maintaining long-term engagement with your podcast.</a:t>
            </a:r>
          </a:p>
          <a:p>
            <a:pPr marL="0" indent="0">
              <a:spcBef>
                <a:spcPts val="2500"/>
              </a:spcBef>
              <a:buNone/>
            </a:pPr>
            <a:r>
              <a:rPr lang="en-US" sz="1400" b="1"/>
              <a:t>Determine Your Value</a:t>
            </a:r>
          </a:p>
          <a:p>
            <a:pPr marL="0" lvl="1" indent="0">
              <a:buNone/>
            </a:pPr>
            <a:r>
              <a:rPr lang="en-US" sz="1400"/>
              <a:t>Clarify the value your podcast will bring to listeners, which can help differentiate your show from others.</a:t>
            </a:r>
          </a:p>
          <a:p>
            <a:pPr marL="0" indent="0">
              <a:spcBef>
                <a:spcPts val="2500"/>
              </a:spcBef>
              <a:buNone/>
            </a:pPr>
            <a:r>
              <a:rPr lang="en-US" sz="1400" b="1"/>
              <a:t>Establish Clear Purpose</a:t>
            </a:r>
          </a:p>
          <a:p>
            <a:pPr marL="0" lvl="1" indent="0">
              <a:buNone/>
            </a:pPr>
            <a:r>
              <a:rPr lang="en-US" sz="1400"/>
              <a:t>A clear purpose will guide your content creation, ensuring that each episode aligns with your overall goals.</a:t>
            </a:r>
          </a:p>
        </p:txBody>
      </p:sp>
      <p:sp>
        <p:nvSpPr>
          <p:cNvPr id="18" name="Freeform: Shape 17">
            <a:extLst>
              <a:ext uri="{FF2B5EF4-FFF2-40B4-BE49-F238E27FC236}">
                <a16:creationId xmlns:a16="http://schemas.microsoft.com/office/drawing/2014/main" id="{C6DD38CD-CFFE-4ABA-3DC8-01ED90559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4611" y="508090"/>
            <a:ext cx="6186474"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10527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Shot of a group of diverse creative employees having a meeting inside">
            <a:extLst>
              <a:ext uri="{FF2B5EF4-FFF2-40B4-BE49-F238E27FC236}">
                <a16:creationId xmlns:a16="http://schemas.microsoft.com/office/drawing/2014/main" id="{EFC5BC7C-C430-4A54-BBB0-72E9B7EB284E}"/>
              </a:ext>
            </a:extLst>
          </p:cNvPr>
          <p:cNvPicPr>
            <a:picLocks noGrp="1" noChangeAspect="1"/>
          </p:cNvPicPr>
          <p:nvPr>
            <p:ph sz="half" idx="1"/>
          </p:nvPr>
        </p:nvPicPr>
        <p:blipFill>
          <a:blip r:embed="rId3"/>
          <a:srcRect l="4952" r="12283" b="3"/>
          <a:stretch/>
        </p:blipFill>
        <p:spPr>
          <a:xfrm>
            <a:off x="517867" y="2577661"/>
            <a:ext cx="4672584" cy="3768343"/>
          </a:xfrm>
          <a:prstGeom prst="rect">
            <a:avLst/>
          </a:prstGeom>
        </p:spPr>
      </p:pic>
      <p:sp>
        <p:nvSpPr>
          <p:cNvPr id="2" name="Title 1">
            <a:extLst>
              <a:ext uri="{FF2B5EF4-FFF2-40B4-BE49-F238E27FC236}">
                <a16:creationId xmlns:a16="http://schemas.microsoft.com/office/drawing/2014/main" id="{730E1C1E-F61A-282E-1C5C-80E638EBB21D}"/>
              </a:ext>
            </a:extLst>
          </p:cNvPr>
          <p:cNvSpPr>
            <a:spLocks noGrp="1"/>
          </p:cNvSpPr>
          <p:nvPr>
            <p:ph type="title"/>
          </p:nvPr>
        </p:nvSpPr>
        <p:spPr>
          <a:xfrm>
            <a:off x="517867" y="976160"/>
            <a:ext cx="4809314" cy="1447163"/>
          </a:xfrm>
        </p:spPr>
        <p:txBody>
          <a:bodyPr vert="horz" lIns="91440" tIns="45720" rIns="91440" bIns="45720" rtlCol="0" anchor="t">
            <a:normAutofit/>
          </a:bodyPr>
          <a:lstStyle/>
          <a:p>
            <a:r>
              <a:rPr lang="en-US" sz="4400"/>
              <a:t>Identifying Your Target Audience</a:t>
            </a:r>
          </a:p>
        </p:txBody>
      </p:sp>
      <p:sp>
        <p:nvSpPr>
          <p:cNvPr id="4" name="Content Placeholder 3">
            <a:extLst>
              <a:ext uri="{FF2B5EF4-FFF2-40B4-BE49-F238E27FC236}">
                <a16:creationId xmlns:a16="http://schemas.microsoft.com/office/drawing/2014/main" id="{ACA06064-2A42-4B9A-AFA8-7FCA5C18B8D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2000" y="1033272"/>
            <a:ext cx="5832133" cy="5312732"/>
          </a:xfrm>
        </p:spPr>
        <p:txBody>
          <a:bodyPr>
            <a:normAutofit/>
          </a:bodyPr>
          <a:lstStyle/>
          <a:p>
            <a:pPr marL="0" indent="0">
              <a:spcBef>
                <a:spcPts val="2500"/>
              </a:spcBef>
              <a:buNone/>
            </a:pPr>
            <a:r>
              <a:rPr lang="en-US" sz="1400" b="1"/>
              <a:t>Importance of Audience Understanding</a:t>
            </a:r>
          </a:p>
          <a:p>
            <a:pPr marL="0" lvl="1" indent="0">
              <a:buNone/>
            </a:pPr>
            <a:r>
              <a:rPr lang="en-US" sz="1400"/>
              <a:t>Knowing your target audience helps in creating relevant and engaging content that resonates with them.</a:t>
            </a:r>
          </a:p>
          <a:p>
            <a:pPr marL="0" indent="0">
              <a:spcBef>
                <a:spcPts val="2500"/>
              </a:spcBef>
              <a:buNone/>
            </a:pPr>
            <a:r>
              <a:rPr lang="en-US" sz="1400" b="1"/>
              <a:t>Research Demographics</a:t>
            </a:r>
          </a:p>
          <a:p>
            <a:pPr marL="0" lvl="1" indent="0">
              <a:buNone/>
            </a:pPr>
            <a:r>
              <a:rPr lang="en-US" sz="1400"/>
              <a:t>Researching demographics allows you to tailor content based on age, gender, location, and other factors.</a:t>
            </a:r>
          </a:p>
          <a:p>
            <a:pPr marL="0" indent="0">
              <a:spcBef>
                <a:spcPts val="2500"/>
              </a:spcBef>
              <a:buNone/>
            </a:pPr>
            <a:r>
              <a:rPr lang="en-US" sz="1400" b="1"/>
              <a:t>Identifying Interests</a:t>
            </a:r>
          </a:p>
          <a:p>
            <a:pPr marL="0" lvl="1" indent="0">
              <a:buNone/>
            </a:pPr>
            <a:r>
              <a:rPr lang="en-US" sz="1400"/>
              <a:t>Understanding the interests of your audience helps in curating content that meets their preferences and needs.</a:t>
            </a:r>
          </a:p>
          <a:p>
            <a:pPr marL="0" indent="0">
              <a:spcBef>
                <a:spcPts val="2500"/>
              </a:spcBef>
              <a:buNone/>
            </a:pPr>
            <a:r>
              <a:rPr lang="en-US" sz="1400" b="1"/>
              <a:t>Listening Habits</a:t>
            </a:r>
          </a:p>
          <a:p>
            <a:pPr marL="0" lvl="1" indent="0">
              <a:buNone/>
            </a:pPr>
            <a:r>
              <a:rPr lang="en-US" sz="1400"/>
              <a:t>Analyzing listening habits enables you to determine the best formats and platforms for your content.</a:t>
            </a:r>
          </a:p>
        </p:txBody>
      </p:sp>
      <p:sp>
        <p:nvSpPr>
          <p:cNvPr id="18" name="Rectangle 17">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7258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90235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4C32CD27-7027-AB2B-38F1-71C08EB84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Microphone Symbol">
            <a:extLst>
              <a:ext uri="{FF2B5EF4-FFF2-40B4-BE49-F238E27FC236}">
                <a16:creationId xmlns:a16="http://schemas.microsoft.com/office/drawing/2014/main" id="{3218B71D-C10F-496C-9618-3B1707BFDDF3}"/>
              </a:ext>
            </a:extLst>
          </p:cNvPr>
          <p:cNvPicPr>
            <a:picLocks noGrp="1" noChangeAspect="1"/>
          </p:cNvPicPr>
          <p:nvPr>
            <p:ph sz="half" idx="1"/>
          </p:nvPr>
        </p:nvPicPr>
        <p:blipFill>
          <a:blip r:embed="rId3"/>
          <a:srcRect l="24404" r="25152" b="-2"/>
          <a:stretch/>
        </p:blipFill>
        <p:spPr>
          <a:xfrm>
            <a:off x="517869" y="508091"/>
            <a:ext cx="4221911" cy="5837918"/>
          </a:xfrm>
          <a:prstGeom prst="rect">
            <a:avLst/>
          </a:prstGeom>
        </p:spPr>
      </p:pic>
      <p:sp>
        <p:nvSpPr>
          <p:cNvPr id="2" name="Title 1">
            <a:extLst>
              <a:ext uri="{FF2B5EF4-FFF2-40B4-BE49-F238E27FC236}">
                <a16:creationId xmlns:a16="http://schemas.microsoft.com/office/drawing/2014/main" id="{76EC9EBC-C61A-B069-DC32-93F3E9D316BF}"/>
              </a:ext>
            </a:extLst>
          </p:cNvPr>
          <p:cNvSpPr>
            <a:spLocks noGrp="1"/>
          </p:cNvSpPr>
          <p:nvPr>
            <p:ph type="title"/>
          </p:nvPr>
        </p:nvSpPr>
        <p:spPr>
          <a:xfrm>
            <a:off x="5438762" y="976160"/>
            <a:ext cx="6232310" cy="1463040"/>
          </a:xfrm>
        </p:spPr>
        <p:txBody>
          <a:bodyPr vert="horz" lIns="91440" tIns="45720" rIns="91440" bIns="45720" rtlCol="0" anchor="t">
            <a:normAutofit/>
          </a:bodyPr>
          <a:lstStyle/>
          <a:p>
            <a:r>
              <a:rPr lang="en-US" sz="4400"/>
              <a:t>Choosing a Podcast Format and Structure</a:t>
            </a:r>
          </a:p>
        </p:txBody>
      </p:sp>
      <p:sp>
        <p:nvSpPr>
          <p:cNvPr id="4" name="Content Placeholder 3">
            <a:extLst>
              <a:ext uri="{FF2B5EF4-FFF2-40B4-BE49-F238E27FC236}">
                <a16:creationId xmlns:a16="http://schemas.microsoft.com/office/drawing/2014/main" id="{2CFDDE10-5009-A789-08B2-1D152F0B17E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38775" y="2577871"/>
            <a:ext cx="6232310" cy="3768137"/>
          </a:xfrm>
        </p:spPr>
        <p:txBody>
          <a:bodyPr>
            <a:normAutofit/>
          </a:bodyPr>
          <a:lstStyle/>
          <a:p>
            <a:pPr marL="0" indent="0">
              <a:spcBef>
                <a:spcPts val="2500"/>
              </a:spcBef>
              <a:buNone/>
            </a:pPr>
            <a:r>
              <a:rPr lang="en-US" sz="1400" b="1"/>
              <a:t>Podcast Format Types</a:t>
            </a:r>
          </a:p>
          <a:p>
            <a:pPr marL="0" lvl="1" indent="0">
              <a:buNone/>
            </a:pPr>
            <a:r>
              <a:rPr lang="en-US" sz="1400"/>
              <a:t>Choose a podcast format that suits your content, such as interview-based, narrative storytelling, or roundtable discussions.</a:t>
            </a:r>
          </a:p>
          <a:p>
            <a:pPr marL="0" indent="0">
              <a:spcBef>
                <a:spcPts val="2500"/>
              </a:spcBef>
              <a:buNone/>
            </a:pPr>
            <a:r>
              <a:rPr lang="en-US" sz="1400" b="1"/>
              <a:t>Episode Structure</a:t>
            </a:r>
          </a:p>
          <a:p>
            <a:pPr marL="0" lvl="1" indent="0">
              <a:buNone/>
            </a:pPr>
            <a:r>
              <a:rPr lang="en-US" sz="1400"/>
              <a:t>Plan the structure of each episode, including segments that create a flow and keep the audience engaged throughout.</a:t>
            </a:r>
          </a:p>
          <a:p>
            <a:pPr marL="0" indent="0">
              <a:spcBef>
                <a:spcPts val="2500"/>
              </a:spcBef>
              <a:buNone/>
            </a:pPr>
            <a:r>
              <a:rPr lang="en-US" sz="1400" b="1"/>
              <a:t>Consistency in Release</a:t>
            </a:r>
          </a:p>
          <a:p>
            <a:pPr marL="0" lvl="1" indent="0">
              <a:buNone/>
            </a:pPr>
            <a:r>
              <a:rPr lang="en-US" sz="1400"/>
              <a:t>Establish a consistent release frequency for your podcast to build an audience and maintain listener interest.</a:t>
            </a:r>
          </a:p>
        </p:txBody>
      </p:sp>
      <p:sp>
        <p:nvSpPr>
          <p:cNvPr id="18" name="Freeform: Shape 17">
            <a:extLst>
              <a:ext uri="{FF2B5EF4-FFF2-40B4-BE49-F238E27FC236}">
                <a16:creationId xmlns:a16="http://schemas.microsoft.com/office/drawing/2014/main" id="{C6DD38CD-CFFE-4ABA-3DC8-01ED90559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4611" y="508090"/>
            <a:ext cx="6186474"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6847517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804803D2-F92E-6426-EC99-F01B357310E5}"/>
              </a:ext>
            </a:extLst>
          </p:cNvPr>
          <p:cNvSpPr>
            <a:spLocks noGrp="1"/>
          </p:cNvSpPr>
          <p:nvPr>
            <p:ph type="ctrTitle"/>
          </p:nvPr>
        </p:nvSpPr>
        <p:spPr>
          <a:xfrm>
            <a:off x="521208" y="1211766"/>
            <a:ext cx="7237052" cy="4727988"/>
          </a:xfrm>
        </p:spPr>
        <p:txBody>
          <a:bodyPr anchor="b">
            <a:normAutofit/>
          </a:bodyPr>
          <a:lstStyle/>
          <a:p>
            <a:r>
              <a:rPr lang="en-US" sz="7400"/>
              <a:t>Practice Speaking Clearly</a:t>
            </a:r>
          </a:p>
        </p:txBody>
      </p:sp>
      <p:sp>
        <p:nvSpPr>
          <p:cNvPr id="9" name="Freeform: Shape 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59057705"/>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4C32CD27-7027-AB2B-38F1-71C08EB84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3D concept of building an audience with microphone and 3d crowd of people.">
            <a:extLst>
              <a:ext uri="{FF2B5EF4-FFF2-40B4-BE49-F238E27FC236}">
                <a16:creationId xmlns:a16="http://schemas.microsoft.com/office/drawing/2014/main" id="{5854CE65-8D1F-4BC8-B8C0-F1B0BB4B0350}"/>
              </a:ext>
            </a:extLst>
          </p:cNvPr>
          <p:cNvPicPr>
            <a:picLocks noGrp="1" noChangeAspect="1"/>
          </p:cNvPicPr>
          <p:nvPr>
            <p:ph sz="half" idx="1"/>
          </p:nvPr>
        </p:nvPicPr>
        <p:blipFill>
          <a:blip r:embed="rId3"/>
          <a:srcRect l="31578" r="20149" b="1"/>
          <a:stretch/>
        </p:blipFill>
        <p:spPr>
          <a:xfrm>
            <a:off x="517869" y="508091"/>
            <a:ext cx="4221911" cy="5837918"/>
          </a:xfrm>
          <a:prstGeom prst="rect">
            <a:avLst/>
          </a:prstGeom>
        </p:spPr>
      </p:pic>
      <p:sp>
        <p:nvSpPr>
          <p:cNvPr id="2" name="Title 1">
            <a:extLst>
              <a:ext uri="{FF2B5EF4-FFF2-40B4-BE49-F238E27FC236}">
                <a16:creationId xmlns:a16="http://schemas.microsoft.com/office/drawing/2014/main" id="{CF728BAF-7B60-14D5-5AA4-3A641CFEF77C}"/>
              </a:ext>
            </a:extLst>
          </p:cNvPr>
          <p:cNvSpPr>
            <a:spLocks noGrp="1"/>
          </p:cNvSpPr>
          <p:nvPr>
            <p:ph type="title"/>
          </p:nvPr>
        </p:nvSpPr>
        <p:spPr>
          <a:xfrm>
            <a:off x="5438762" y="976160"/>
            <a:ext cx="6232310" cy="1463040"/>
          </a:xfrm>
        </p:spPr>
        <p:txBody>
          <a:bodyPr vert="horz" lIns="91440" tIns="45720" rIns="91440" bIns="45720" rtlCol="0" anchor="t">
            <a:normAutofit/>
          </a:bodyPr>
          <a:lstStyle/>
          <a:p>
            <a:r>
              <a:rPr lang="en-US" sz="4400"/>
              <a:t>Importance of Clear Articulation</a:t>
            </a:r>
          </a:p>
        </p:txBody>
      </p:sp>
      <p:sp>
        <p:nvSpPr>
          <p:cNvPr id="4" name="Content Placeholder 3">
            <a:extLst>
              <a:ext uri="{FF2B5EF4-FFF2-40B4-BE49-F238E27FC236}">
                <a16:creationId xmlns:a16="http://schemas.microsoft.com/office/drawing/2014/main" id="{BD95CAF5-904C-A538-D77A-C1B038FD693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38775" y="2577871"/>
            <a:ext cx="6232310" cy="3768137"/>
          </a:xfrm>
        </p:spPr>
        <p:txBody>
          <a:bodyPr>
            <a:normAutofit/>
          </a:bodyPr>
          <a:lstStyle/>
          <a:p>
            <a:pPr marL="0" indent="0">
              <a:spcBef>
                <a:spcPts val="2500"/>
              </a:spcBef>
              <a:buNone/>
            </a:pPr>
            <a:r>
              <a:rPr lang="en-US" sz="1400" b="1"/>
              <a:t>Enhances Understanding</a:t>
            </a:r>
          </a:p>
          <a:p>
            <a:pPr marL="0" lvl="1" indent="0">
              <a:buNone/>
            </a:pPr>
            <a:r>
              <a:rPr lang="en-US" sz="1400"/>
              <a:t>Clear articulation ensures that the audience grasps the message without confusion, leading to better communication.</a:t>
            </a:r>
          </a:p>
          <a:p>
            <a:pPr marL="0" indent="0">
              <a:spcBef>
                <a:spcPts val="2500"/>
              </a:spcBef>
              <a:buNone/>
            </a:pPr>
            <a:r>
              <a:rPr lang="en-US" sz="1400" b="1"/>
              <a:t>Builds Credibility</a:t>
            </a:r>
          </a:p>
          <a:p>
            <a:pPr marL="0" lvl="1" indent="0">
              <a:buNone/>
            </a:pPr>
            <a:r>
              <a:rPr lang="en-US" sz="1400"/>
              <a:t>When you articulate clearly, it enhances your credibility as a speaker, making your audience trust your message more.</a:t>
            </a:r>
          </a:p>
          <a:p>
            <a:pPr marL="0" indent="0">
              <a:spcBef>
                <a:spcPts val="2500"/>
              </a:spcBef>
              <a:buNone/>
            </a:pPr>
            <a:r>
              <a:rPr lang="en-US" sz="1400" b="1"/>
              <a:t>Keeps Audience Engaged</a:t>
            </a:r>
          </a:p>
          <a:p>
            <a:pPr marL="0" lvl="1" indent="0">
              <a:buNone/>
            </a:pPr>
            <a:r>
              <a:rPr lang="en-US" sz="1400"/>
              <a:t>Articulating your message clearly keeps your audience engaged and interested in your podcast episodes.</a:t>
            </a:r>
          </a:p>
        </p:txBody>
      </p:sp>
      <p:sp>
        <p:nvSpPr>
          <p:cNvPr id="18" name="Freeform: Shape 17">
            <a:extLst>
              <a:ext uri="{FF2B5EF4-FFF2-40B4-BE49-F238E27FC236}">
                <a16:creationId xmlns:a16="http://schemas.microsoft.com/office/drawing/2014/main" id="{C6DD38CD-CFFE-4ABA-3DC8-01ED90559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4611" y="508090"/>
            <a:ext cx="6186474"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263671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1" name="Rectangle 10">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1299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4F16B349-B17F-145F-1BF6-5AFCF9766724}"/>
              </a:ext>
            </a:extLst>
          </p:cNvPr>
          <p:cNvSpPr>
            <a:spLocks noGrp="1"/>
          </p:cNvSpPr>
          <p:nvPr>
            <p:ph type="title"/>
          </p:nvPr>
        </p:nvSpPr>
        <p:spPr>
          <a:xfrm>
            <a:off x="517871" y="976160"/>
            <a:ext cx="3412998" cy="5371798"/>
          </a:xfrm>
        </p:spPr>
        <p:txBody>
          <a:bodyPr>
            <a:normAutofit/>
          </a:bodyPr>
          <a:lstStyle/>
          <a:p>
            <a:r>
              <a:rPr lang="en-US" sz="4400"/>
              <a:t>Techniques for Improving Enunciation</a:t>
            </a:r>
          </a:p>
        </p:txBody>
      </p:sp>
      <p:graphicFrame>
        <p:nvGraphicFramePr>
          <p:cNvPr id="4" name="Content Placeholder 4">
            <a:extLst>
              <a:ext uri="{FF2B5EF4-FFF2-40B4-BE49-F238E27FC236}">
                <a16:creationId xmlns:a16="http://schemas.microsoft.com/office/drawing/2014/main" id="{0A09DC09-5E43-478F-AC95-4B8D54C2B8FE}"/>
              </a:ext>
            </a:extLst>
          </p:cNvPr>
          <p:cNvGraphicFramePr>
            <a:graphicFrameLocks noGrp="1"/>
          </p:cNvGraphicFramePr>
          <p:nvPr>
            <p:ph idx="1"/>
            <p:extLst>
              <p:ext uri="{D42A27DB-BD31-4B8C-83A1-F6EECF244321}">
                <p14:modId xmlns:p14="http://schemas.microsoft.com/office/powerpoint/2010/main" val="134804871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632670" y="1106424"/>
          <a:ext cx="7029274" cy="53146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619454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426A9B1F-8F7D-7A50-8C1B-0D166901AEE3}"/>
              </a:ext>
            </a:extLst>
          </p:cNvPr>
          <p:cNvSpPr>
            <a:spLocks noGrp="1"/>
          </p:cNvSpPr>
          <p:nvPr>
            <p:ph type="title"/>
          </p:nvPr>
        </p:nvSpPr>
        <p:spPr>
          <a:xfrm>
            <a:off x="954823" y="2513523"/>
            <a:ext cx="4265763" cy="1611905"/>
          </a:xfrm>
        </p:spPr>
        <p:txBody>
          <a:bodyPr anchor="t">
            <a:normAutofit/>
          </a:bodyPr>
          <a:lstStyle/>
          <a:p>
            <a:r>
              <a:rPr lang="en-US" sz="4600"/>
              <a:t>Exercises for Vocal Clarity</a:t>
            </a:r>
          </a:p>
        </p:txBody>
      </p:sp>
      <p:graphicFrame>
        <p:nvGraphicFramePr>
          <p:cNvPr id="4" name="Content Placeholder 4">
            <a:extLst>
              <a:ext uri="{FF2B5EF4-FFF2-40B4-BE49-F238E27FC236}">
                <a16:creationId xmlns:a16="http://schemas.microsoft.com/office/drawing/2014/main" id="{7C5C88AF-6C46-41B1-A0B1-DF7D0F36C802}"/>
              </a:ext>
            </a:extLst>
          </p:cNvPr>
          <p:cNvGraphicFramePr>
            <a:graphicFrameLocks noGrp="1"/>
          </p:cNvGraphicFramePr>
          <p:nvPr>
            <p:ph idx="1"/>
            <p:extLst>
              <p:ext uri="{D42A27DB-BD31-4B8C-83A1-F6EECF244321}">
                <p14:modId xmlns:p14="http://schemas.microsoft.com/office/powerpoint/2010/main" val="448110421"/>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871353" y="2604522"/>
          <a:ext cx="5269831" cy="20391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993568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Freeform: Shape 9">
            <a:extLst>
              <a:ext uri="{FF2B5EF4-FFF2-40B4-BE49-F238E27FC236}">
                <a16:creationId xmlns:a16="http://schemas.microsoft.com/office/drawing/2014/main" id="{C6D5B03A-B780-A698-DFA9-C9932F22D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845" y="3079474"/>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0F65789A-38AB-391A-8089-D98356831DBD}"/>
              </a:ext>
            </a:extLst>
          </p:cNvPr>
          <p:cNvSpPr>
            <a:spLocks noGrp="1"/>
          </p:cNvSpPr>
          <p:nvPr>
            <p:ph type="title"/>
          </p:nvPr>
        </p:nvSpPr>
        <p:spPr>
          <a:xfrm>
            <a:off x="517869" y="1327295"/>
            <a:ext cx="11153214" cy="1408176"/>
          </a:xfrm>
        </p:spPr>
        <p:txBody>
          <a:bodyPr anchor="b">
            <a:normAutofit/>
          </a:bodyPr>
          <a:lstStyle/>
          <a:p>
            <a:r>
              <a:rPr lang="en-US" sz="6800"/>
              <a:t>Conclusion</a:t>
            </a:r>
          </a:p>
        </p:txBody>
      </p:sp>
      <p:graphicFrame>
        <p:nvGraphicFramePr>
          <p:cNvPr id="11" name="Content Placeholder 2">
            <a:extLst>
              <a:ext uri="{FF2B5EF4-FFF2-40B4-BE49-F238E27FC236}">
                <a16:creationId xmlns:a16="http://schemas.microsoft.com/office/drawing/2014/main" id="{A627AB4E-E96D-73D2-4A55-169D66EADE3D}"/>
              </a:ext>
            </a:extLst>
          </p:cNvPr>
          <p:cNvGraphicFramePr>
            <a:graphicFrameLocks noGrp="1"/>
          </p:cNvGraphicFramePr>
          <p:nvPr>
            <p:ph idx="1"/>
            <p:extLst>
              <p:ext uri="{D42A27DB-BD31-4B8C-83A1-F6EECF244321}">
                <p14:modId xmlns:p14="http://schemas.microsoft.com/office/powerpoint/2010/main" val="1131081289"/>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517869" y="3789578"/>
          <a:ext cx="11153214" cy="24688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32271124"/>
      </p:ext>
    </p:extLst>
  </p:cSld>
  <p:clrMapOvr>
    <a:overrideClrMapping bg1="dk1" tx1="lt1" bg2="dk2" tx2="lt2" accent1="accent1" accent2="accent2" accent3="accent3" accent4="accent4" accent5="accent5" accent6="accent6" hlink="hlink" folHlink="folHlink"/>
  </p:clrMapOvr>
  <p:transition>
    <p:fade/>
  </p:transition>
</p:sld>
</file>

<file path=ppt/theme/theme1.xml><?xml version="1.0" encoding="utf-8"?>
<a:theme xmlns:a="http://schemas.openxmlformats.org/drawingml/2006/main" name="GestaltVTI">
  <a:themeElements>
    <a:clrScheme name="Custom 86">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942</Words>
  <Application>Microsoft Office PowerPoint</Application>
  <PresentationFormat>Widescreen</PresentationFormat>
  <Paragraphs>84</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Bierstadt</vt:lpstr>
      <vt:lpstr>Neue Haas Grotesk Text Pro</vt:lpstr>
      <vt:lpstr>GestaltVTI</vt:lpstr>
      <vt:lpstr>PowerPoint Presentation</vt:lpstr>
      <vt:lpstr>Steps to Start a Podcast: A Comprehensive Guide</vt:lpstr>
      <vt:lpstr>Agenda for Podcast Creation</vt:lpstr>
      <vt:lpstr>Planning Your Podcast</vt:lpstr>
      <vt:lpstr>Defining Your Podcast's Purpose and Niche</vt:lpstr>
      <vt:lpstr>Identifying Your Target Audience</vt:lpstr>
      <vt:lpstr>Choosing a Podcast Format and Structure</vt:lpstr>
      <vt:lpstr>Practice Speaking Clearly</vt:lpstr>
      <vt:lpstr>Importance of Clear Articulation</vt:lpstr>
      <vt:lpstr>Techniques for Improving Enunciation</vt:lpstr>
      <vt:lpstr>Exercises for Vocal Clarity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P</dc:creator>
  <cp:lastModifiedBy>Andrew P</cp:lastModifiedBy>
  <cp:revision>2</cp:revision>
  <dcterms:created xsi:type="dcterms:W3CDTF">2025-01-26T19:32:40Z</dcterms:created>
  <dcterms:modified xsi:type="dcterms:W3CDTF">2025-06-17T09:00:29Z</dcterms:modified>
</cp:coreProperties>
</file>