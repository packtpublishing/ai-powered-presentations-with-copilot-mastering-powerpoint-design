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0" r:id="rId1"/>
  </p:sldMasterIdLst>
  <p:notesMasterIdLst>
    <p:notesMasterId r:id="rId3"/>
  </p:notesMasterIdLst>
  <p:sldIdLst>
    <p:sldId id="258" r:id="rId2"/>
  </p:sldIdLst>
  <p:sldSz cx="12192000" cy="68580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Lato Light" panose="020F0302020204030203" pitchFamily="34" charset="-18"/>
      <p:regular r:id="rId8"/>
      <p:italic r:id="rId9"/>
    </p:embeddedFont>
    <p:embeddedFont>
      <p:font typeface="Lato Regular" panose="020F0502020204030203" pitchFamily="34" charset="0"/>
      <p:regular r:id="rId10"/>
    </p:embeddedFont>
    <p:embeddedFont>
      <p:font typeface="Poppins" panose="00000500000000000000" pitchFamily="2" charset="-18"/>
      <p:regular r:id="rId11"/>
      <p:bold r:id="rId12"/>
      <p:italic r:id="rId13"/>
      <p:boldItalic r:id="rId14"/>
    </p:embeddedFont>
    <p:embeddedFont>
      <p:font typeface="Poppins Light" panose="00000400000000000000" pitchFamily="2" charset="-18"/>
      <p:regular r:id="rId15"/>
      <p:italic r:id="rId16"/>
    </p:embeddedFont>
    <p:embeddedFont>
      <p:font typeface="Raleway Light" pitchFamily="2" charset="-18"/>
      <p:regular r:id="rId17"/>
      <p:italic r:id="rId18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1" autoAdjust="0"/>
    <p:restoredTop sz="86378" autoAdjust="0"/>
  </p:normalViewPr>
  <p:slideViewPr>
    <p:cSldViewPr snapToGrid="0">
      <p:cViewPr>
        <p:scale>
          <a:sx n="66" d="100"/>
          <a:sy n="66" d="100"/>
        </p:scale>
        <p:origin x="989" y="71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9310B-B760-4543-9F8C-E5E20896AA57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E8A8E-3347-41F2-83FA-6EDBCB371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8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5036a1169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25036a1169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 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sz="quarter" idx="23"/>
          </p:nvPr>
        </p:nvSpPr>
        <p:spPr>
          <a:xfrm>
            <a:off x="479155" y="1978874"/>
            <a:ext cx="4557549" cy="4155281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9" name="Oval 8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0" name="TextBox 9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875EAD-D50D-4752-8471-55C57D8D8C64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1939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6" name="TextBox 5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73C698-8EE0-41D0-AF42-F7D5589BD6DF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53043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7" name="TextBox 6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D00F3-E8E3-4099-A35E-73922D94FCCB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01582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7" name="TextBox 6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DA2F2-BD2A-48CB-8B39-85BFB08B0590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91927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9" name="TextBox 8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6D30E-48F8-4DF9-9F26-D4E5079F2382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24261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8" name="TextBox 7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273E8-0271-46B9-8CEF-56A493B51173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54713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3"/>
          <p:cNvSpPr>
            <a:spLocks noGrp="1" noChangeAspect="1"/>
          </p:cNvSpPr>
          <p:nvPr>
            <p:ph type="pic" sz="quarter" idx="13"/>
          </p:nvPr>
        </p:nvSpPr>
        <p:spPr>
          <a:xfrm>
            <a:off x="-1588" y="0"/>
            <a:ext cx="12192001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62DAE1-27E7-4EA0-BDC6-8BC39C831DBD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25612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Su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7" name="TextBox 16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4" name="Picture Placeholder 13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368165" y="1603015"/>
            <a:ext cx="1259942" cy="1258811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200" baseline="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75" name="Picture Placeholder 13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134531" y="1592554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None/>
              <a:defRPr sz="120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76" name="Picture Placeholder 13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839987" y="1609007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77" name="Picture Placeholder 13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564327" y="1609007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78" name="Picture Placeholder 13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214258" y="4054258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lnSpc>
                <a:spcPct val="130000"/>
              </a:lnSpc>
              <a:defRPr sz="1200"/>
            </a:lvl1pPr>
          </a:lstStyle>
          <a:p>
            <a:r>
              <a:rPr lang="en-US" dirty="0"/>
              <a:t>Drag  Your Picture Here</a:t>
            </a:r>
          </a:p>
        </p:txBody>
      </p:sp>
      <p:sp>
        <p:nvSpPr>
          <p:cNvPr id="79" name="Picture Placeholder 13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499535" y="4054258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80" name="Picture Placeholder 13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756072" y="4040047"/>
            <a:ext cx="1259942" cy="1258811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217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A35A0F-8F76-405B-BA05-E3F3FECB6AEE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9089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3" name="TextBox 12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520483"/>
            <a:ext cx="12192000" cy="2838449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EB6A9-66D6-4474-8F94-DD5FC8A403AB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60770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3" name="TextBox 12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1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709862"/>
            <a:ext cx="12192000" cy="3158274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C90C3-3325-47B0-93E4-02E491786F57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55511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ptop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8" name="TextBox 17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4" name="Picture Placeholder 9"/>
          <p:cNvSpPr>
            <a:spLocks noGrp="1" noChangeAspect="1"/>
          </p:cNvSpPr>
          <p:nvPr>
            <p:ph type="pic" sz="quarter" idx="11"/>
          </p:nvPr>
        </p:nvSpPr>
        <p:spPr>
          <a:xfrm>
            <a:off x="1687360" y="2163534"/>
            <a:ext cx="4422647" cy="276921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ADDCF-A25B-48A6-9D37-B2EEE422C251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83557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xmlns:p14="http://schemas.microsoft.com/office/powerpoint/2010/main" spd="med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5" name="TextBox 14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3" name="Picture Placeholder 9"/>
          <p:cNvSpPr>
            <a:spLocks noGrp="1" noChangeAspect="1"/>
          </p:cNvSpPr>
          <p:nvPr>
            <p:ph type="pic" sz="quarter" idx="11"/>
          </p:nvPr>
        </p:nvSpPr>
        <p:spPr>
          <a:xfrm>
            <a:off x="6711772" y="1876518"/>
            <a:ext cx="4339462" cy="2491082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422774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xmlns:p14="http://schemas.microsoft.com/office/powerpoint/2010/main" spd="med"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5" name="TextBox 14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23" name="Picture Placeholder 22"/>
          <p:cNvSpPr>
            <a:spLocks noGrp="1" noChangeAspect="1"/>
          </p:cNvSpPr>
          <p:nvPr>
            <p:ph type="pic" sz="quarter" idx="15"/>
          </p:nvPr>
        </p:nvSpPr>
        <p:spPr>
          <a:xfrm>
            <a:off x="1109428" y="1803401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2"/>
          <p:cNvSpPr>
            <a:spLocks noGrp="1" noChangeAspect="1"/>
          </p:cNvSpPr>
          <p:nvPr>
            <p:ph type="pic" sz="quarter" idx="16"/>
          </p:nvPr>
        </p:nvSpPr>
        <p:spPr>
          <a:xfrm>
            <a:off x="3657600" y="1803401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2"/>
          <p:cNvSpPr>
            <a:spLocks noGrp="1" noChangeAspect="1"/>
          </p:cNvSpPr>
          <p:nvPr>
            <p:ph type="pic" sz="quarter" idx="17"/>
          </p:nvPr>
        </p:nvSpPr>
        <p:spPr>
          <a:xfrm>
            <a:off x="6096000" y="1803401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2"/>
          <p:cNvSpPr>
            <a:spLocks noGrp="1" noChangeAspect="1"/>
          </p:cNvSpPr>
          <p:nvPr>
            <p:ph type="pic" sz="quarter" idx="18"/>
          </p:nvPr>
        </p:nvSpPr>
        <p:spPr>
          <a:xfrm>
            <a:off x="8534400" y="1803401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F0B50-D238-488F-959A-59598FC48AE5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92466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5" name="TextBox 14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23" name="Picture Placeholder 22"/>
          <p:cNvSpPr>
            <a:spLocks noGrp="1" noChangeAspect="1"/>
          </p:cNvSpPr>
          <p:nvPr>
            <p:ph type="pic" sz="quarter" idx="15"/>
          </p:nvPr>
        </p:nvSpPr>
        <p:spPr>
          <a:xfrm>
            <a:off x="5029200" y="1260656"/>
            <a:ext cx="2133600" cy="21336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6339C8-F463-4AA5-97AA-2B492864F007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863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7" name="TextBox 16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sz="quarter" idx="23"/>
          </p:nvPr>
        </p:nvSpPr>
        <p:spPr>
          <a:xfrm>
            <a:off x="11545" y="2195658"/>
            <a:ext cx="12191997" cy="2125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C0440-CF11-459E-9C11-A4BD0DEF9466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54947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4" name="TextBox 13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0"/>
          </p:nvPr>
        </p:nvSpPr>
        <p:spPr>
          <a:xfrm>
            <a:off x="1198564" y="1779589"/>
            <a:ext cx="3206751" cy="31384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6" name="Picture Placeholder 14"/>
          <p:cNvSpPr>
            <a:spLocks noGrp="1" noChangeAspect="1"/>
          </p:cNvSpPr>
          <p:nvPr>
            <p:ph type="pic" sz="quarter" idx="11"/>
          </p:nvPr>
        </p:nvSpPr>
        <p:spPr>
          <a:xfrm>
            <a:off x="4500564" y="1779589"/>
            <a:ext cx="3206751" cy="31384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7" name="Picture Placeholder 14"/>
          <p:cNvSpPr>
            <a:spLocks noGrp="1" noChangeAspect="1"/>
          </p:cNvSpPr>
          <p:nvPr>
            <p:ph type="pic" sz="quarter" idx="12"/>
          </p:nvPr>
        </p:nvSpPr>
        <p:spPr>
          <a:xfrm>
            <a:off x="7815264" y="1784351"/>
            <a:ext cx="3206751" cy="31384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BCF7C-A22B-466D-A60C-A0F32D7C952E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20370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Individ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1" name="TextBox 10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0"/>
          </p:nvPr>
        </p:nvSpPr>
        <p:spPr>
          <a:xfrm>
            <a:off x="2084388" y="2000250"/>
            <a:ext cx="3206751" cy="31384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72459-EA81-4B7D-9ED4-A172E95CFE75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23753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ffe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pport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2" name="TextBox 11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5" name="Picture Placeholder 13"/>
          <p:cNvSpPr>
            <a:spLocks noGrp="1" noChangeAspect="1"/>
          </p:cNvSpPr>
          <p:nvPr>
            <p:ph type="pic" sz="quarter" idx="13"/>
          </p:nvPr>
        </p:nvSpPr>
        <p:spPr>
          <a:xfrm>
            <a:off x="1255589" y="1692238"/>
            <a:ext cx="4030217" cy="3977969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F81132-556E-4409-86D9-699C26CE2E44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65392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pp Desig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27" name="TextBox 26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23" name="Picture Placeholder 16"/>
          <p:cNvSpPr>
            <a:spLocks noGrp="1" noChangeAspect="1"/>
          </p:cNvSpPr>
          <p:nvPr>
            <p:ph type="pic" sz="quarter" idx="13"/>
          </p:nvPr>
        </p:nvSpPr>
        <p:spPr>
          <a:xfrm>
            <a:off x="4303918" y="2557198"/>
            <a:ext cx="944871" cy="2572187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16"/>
          <p:cNvSpPr>
            <a:spLocks noGrp="1" noChangeAspect="1"/>
          </p:cNvSpPr>
          <p:nvPr>
            <p:ph type="pic" sz="quarter" idx="14"/>
          </p:nvPr>
        </p:nvSpPr>
        <p:spPr>
          <a:xfrm>
            <a:off x="1165167" y="2550141"/>
            <a:ext cx="896020" cy="2572188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16"/>
          <p:cNvSpPr>
            <a:spLocks noGrp="1" noChangeAspect="1"/>
          </p:cNvSpPr>
          <p:nvPr>
            <p:ph type="pic" sz="quarter" idx="10"/>
          </p:nvPr>
        </p:nvSpPr>
        <p:spPr>
          <a:xfrm>
            <a:off x="2252868" y="2267919"/>
            <a:ext cx="1889744" cy="3369467"/>
          </a:xfr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CC798-15DB-4B14-93DD-FCF25E1E0C86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80139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pp Desig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4" name="TextBox 13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10"/>
          </p:nvPr>
        </p:nvSpPr>
        <p:spPr>
          <a:xfrm>
            <a:off x="2116468" y="2292692"/>
            <a:ext cx="1418177" cy="254437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9"/>
          <p:cNvSpPr>
            <a:spLocks noGrp="1" noChangeAspect="1"/>
          </p:cNvSpPr>
          <p:nvPr>
            <p:ph type="pic" sz="quarter" idx="11"/>
          </p:nvPr>
        </p:nvSpPr>
        <p:spPr>
          <a:xfrm>
            <a:off x="5401831" y="2292692"/>
            <a:ext cx="1418177" cy="254437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9"/>
          <p:cNvSpPr>
            <a:spLocks noGrp="1" noChangeAspect="1"/>
          </p:cNvSpPr>
          <p:nvPr>
            <p:ph type="pic" sz="quarter" idx="12"/>
          </p:nvPr>
        </p:nvSpPr>
        <p:spPr>
          <a:xfrm>
            <a:off x="8732070" y="2292692"/>
            <a:ext cx="1418177" cy="25443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97C19C-8D0C-4934-84B3-6651A9821C52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69049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ockup-de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6" name="TextBox 15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38" name="Picture Placeholder 16"/>
          <p:cNvSpPr>
            <a:spLocks noGrp="1" noChangeAspect="1"/>
          </p:cNvSpPr>
          <p:nvPr>
            <p:ph type="pic" sz="quarter" idx="13"/>
          </p:nvPr>
        </p:nvSpPr>
        <p:spPr>
          <a:xfrm>
            <a:off x="7036984" y="2394392"/>
            <a:ext cx="1006768" cy="2385050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16"/>
          <p:cNvSpPr>
            <a:spLocks noGrp="1" noChangeAspect="1"/>
          </p:cNvSpPr>
          <p:nvPr>
            <p:ph type="pic" sz="quarter" idx="14"/>
          </p:nvPr>
        </p:nvSpPr>
        <p:spPr>
          <a:xfrm>
            <a:off x="4047873" y="2393726"/>
            <a:ext cx="920404" cy="2385050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16"/>
          <p:cNvSpPr>
            <a:spLocks noGrp="1" noChangeAspect="1"/>
          </p:cNvSpPr>
          <p:nvPr>
            <p:ph type="pic" sz="quarter" idx="10"/>
          </p:nvPr>
        </p:nvSpPr>
        <p:spPr>
          <a:xfrm>
            <a:off x="5140484" y="2174790"/>
            <a:ext cx="1747046" cy="3114540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7E3FC-8AF1-4AE1-82E0-D7F14A546C54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66325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xmlns:p14="http://schemas.microsoft.com/office/powerpoint/2010/main" spd="med" advClick="0" advTm="3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Meet_the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2" name="TextBox 11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5" name="Picture Placeholder 22"/>
          <p:cNvSpPr>
            <a:spLocks noGrp="1" noChangeAspect="1"/>
          </p:cNvSpPr>
          <p:nvPr>
            <p:ph type="pic" sz="quarter" idx="14"/>
          </p:nvPr>
        </p:nvSpPr>
        <p:spPr>
          <a:xfrm>
            <a:off x="988484" y="1821007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D4BD80-16DD-45C7-BC75-A7CB89C9B062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295571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Meet_the_tea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2" name="TextBox 11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5" name="Picture Placeholder 22"/>
          <p:cNvSpPr>
            <a:spLocks noGrp="1" noChangeAspect="1"/>
          </p:cNvSpPr>
          <p:nvPr>
            <p:ph type="pic" sz="quarter" idx="14"/>
          </p:nvPr>
        </p:nvSpPr>
        <p:spPr>
          <a:xfrm>
            <a:off x="1290292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8" name="Picture Placeholder 22"/>
          <p:cNvSpPr>
            <a:spLocks noGrp="1" noChangeAspect="1"/>
          </p:cNvSpPr>
          <p:nvPr>
            <p:ph type="pic" sz="quarter" idx="15"/>
          </p:nvPr>
        </p:nvSpPr>
        <p:spPr>
          <a:xfrm>
            <a:off x="3896747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9" name="Picture Placeholder 22"/>
          <p:cNvSpPr>
            <a:spLocks noGrp="1" noChangeAspect="1"/>
          </p:cNvSpPr>
          <p:nvPr>
            <p:ph type="pic" sz="quarter" idx="16"/>
          </p:nvPr>
        </p:nvSpPr>
        <p:spPr>
          <a:xfrm>
            <a:off x="6549859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20" name="Picture Placeholder 22"/>
          <p:cNvSpPr>
            <a:spLocks noGrp="1" noChangeAspect="1"/>
          </p:cNvSpPr>
          <p:nvPr>
            <p:ph type="pic" sz="quarter" idx="17"/>
          </p:nvPr>
        </p:nvSpPr>
        <p:spPr>
          <a:xfrm>
            <a:off x="9135071" y="2132954"/>
            <a:ext cx="1822449" cy="1824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F2B8DF-59B8-414C-A9EA-030920DA4DAC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4837340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rftfolio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2"/>
          <p:cNvSpPr>
            <a:spLocks noGrp="1" noChangeAspect="1"/>
          </p:cNvSpPr>
          <p:nvPr>
            <p:ph type="pic" sz="quarter" idx="15"/>
          </p:nvPr>
        </p:nvSpPr>
        <p:spPr>
          <a:xfrm>
            <a:off x="2" y="1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6" name="Picture Placeholder 2"/>
          <p:cNvSpPr>
            <a:spLocks noGrp="1" noChangeAspect="1"/>
          </p:cNvSpPr>
          <p:nvPr>
            <p:ph type="pic" sz="quarter" idx="16"/>
          </p:nvPr>
        </p:nvSpPr>
        <p:spPr>
          <a:xfrm>
            <a:off x="2" y="1981479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7" name="Picture Placeholder 2"/>
          <p:cNvSpPr>
            <a:spLocks noGrp="1" noChangeAspect="1"/>
          </p:cNvSpPr>
          <p:nvPr>
            <p:ph type="pic" sz="quarter" idx="17"/>
          </p:nvPr>
        </p:nvSpPr>
        <p:spPr>
          <a:xfrm>
            <a:off x="2438750" y="608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sz="quarter" idx="18"/>
          </p:nvPr>
        </p:nvSpPr>
        <p:spPr>
          <a:xfrm>
            <a:off x="2438750" y="1982087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sz="quarter" idx="19"/>
          </p:nvPr>
        </p:nvSpPr>
        <p:spPr>
          <a:xfrm>
            <a:off x="4871863" y="-607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40" name="Picture Placeholder 2"/>
          <p:cNvSpPr>
            <a:spLocks noGrp="1" noChangeAspect="1"/>
          </p:cNvSpPr>
          <p:nvPr>
            <p:ph type="pic" sz="quarter" idx="20"/>
          </p:nvPr>
        </p:nvSpPr>
        <p:spPr>
          <a:xfrm>
            <a:off x="4871863" y="1980871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sz="quarter" idx="21"/>
          </p:nvPr>
        </p:nvSpPr>
        <p:spPr>
          <a:xfrm>
            <a:off x="7299466" y="1216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sz="quarter" idx="22"/>
          </p:nvPr>
        </p:nvSpPr>
        <p:spPr>
          <a:xfrm>
            <a:off x="7299466" y="1982694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43" name="Picture Placeholder 2"/>
          <p:cNvSpPr>
            <a:spLocks noGrp="1" noChangeAspect="1"/>
          </p:cNvSpPr>
          <p:nvPr>
            <p:ph type="pic" sz="quarter" idx="23"/>
          </p:nvPr>
        </p:nvSpPr>
        <p:spPr>
          <a:xfrm>
            <a:off x="9742111" y="1216"/>
            <a:ext cx="2449889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44" name="Picture Placeholder 2"/>
          <p:cNvSpPr>
            <a:spLocks noGrp="1" noChangeAspect="1"/>
          </p:cNvSpPr>
          <p:nvPr>
            <p:ph type="pic" sz="quarter" idx="24"/>
          </p:nvPr>
        </p:nvSpPr>
        <p:spPr>
          <a:xfrm>
            <a:off x="9742111" y="1982694"/>
            <a:ext cx="2449889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869F46-AD79-48D7-AD10-A23E961ED3BA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82845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orftfolio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2"/>
          <p:cNvSpPr>
            <a:spLocks noGrp="1" noChangeAspect="1"/>
          </p:cNvSpPr>
          <p:nvPr>
            <p:ph type="pic" sz="quarter" idx="15"/>
          </p:nvPr>
        </p:nvSpPr>
        <p:spPr>
          <a:xfrm>
            <a:off x="2" y="1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sz="quarter" idx="18"/>
          </p:nvPr>
        </p:nvSpPr>
        <p:spPr>
          <a:xfrm>
            <a:off x="2438749" y="1982087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sz="quarter" idx="19"/>
          </p:nvPr>
        </p:nvSpPr>
        <p:spPr>
          <a:xfrm>
            <a:off x="4871863" y="-607"/>
            <a:ext cx="2438746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sz="quarter" idx="22"/>
          </p:nvPr>
        </p:nvSpPr>
        <p:spPr>
          <a:xfrm>
            <a:off x="7321753" y="1982694"/>
            <a:ext cx="2539935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43" name="Picture Placeholder 2"/>
          <p:cNvSpPr>
            <a:spLocks noGrp="1" noChangeAspect="1"/>
          </p:cNvSpPr>
          <p:nvPr>
            <p:ph type="pic" sz="quarter" idx="23"/>
          </p:nvPr>
        </p:nvSpPr>
        <p:spPr>
          <a:xfrm>
            <a:off x="9742111" y="1216"/>
            <a:ext cx="2449889" cy="19808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27F30-7026-4AA9-AD4E-F67E7A5203C3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21479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2" name="TextBox 11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509473"/>
            <a:ext cx="12192000" cy="3386667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F69E1F-3FE4-442D-A45A-8E0E1CB9B288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387368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ig_Picture_place-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-1"/>
            <a:ext cx="12203143" cy="68580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Raleway Light"/>
                <a:cs typeface="Raleway Light"/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634767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3_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-3" y="-1"/>
            <a:ext cx="12192001" cy="3230218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sz="quarter" idx="10"/>
          </p:nvPr>
        </p:nvSpPr>
        <p:spPr>
          <a:xfrm>
            <a:off x="997398" y="1188270"/>
            <a:ext cx="752671" cy="2139950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2"/>
          <p:cNvSpPr>
            <a:spLocks noGrp="1" noChangeAspect="1"/>
          </p:cNvSpPr>
          <p:nvPr>
            <p:ph type="pic" sz="quarter" idx="12"/>
          </p:nvPr>
        </p:nvSpPr>
        <p:spPr>
          <a:xfrm>
            <a:off x="3573307" y="1188270"/>
            <a:ext cx="803171" cy="2133600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1903613" y="966020"/>
            <a:ext cx="1558227" cy="2755900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48D36-E0CA-4BC4-8AE7-33A56EC1C0DC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40202830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Pad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-3" y="-1"/>
            <a:ext cx="12192001" cy="3230218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8417473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_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-3" y="-1"/>
            <a:ext cx="12192001" cy="3230218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1535889" y="1233378"/>
            <a:ext cx="2360858" cy="4225173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C6593-CAE6-4214-ACFD-2A5FB83FB23B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17709120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pp_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-3" y="-1"/>
            <a:ext cx="12192001" cy="3230218"/>
          </a:xfrm>
        </p:spPr>
        <p:txBody>
          <a:bodyPr rtlCol="0">
            <a:normAutofit/>
          </a:bodyPr>
          <a:lstStyle>
            <a:lvl1pPr marL="0" indent="0">
              <a:buNone/>
              <a:defRPr sz="1000">
                <a:latin typeface="Raleway Light"/>
                <a:cs typeface="Raleway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51EBFC-6535-4F3E-9D08-EF3F0C60816F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228831387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ftfolio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5" name="TextBox 14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4500563" y="1779589"/>
            <a:ext cx="3194049" cy="22669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0" name="Picture Placeholder 2"/>
          <p:cNvSpPr>
            <a:spLocks noGrp="1" noChangeAspect="1"/>
          </p:cNvSpPr>
          <p:nvPr>
            <p:ph type="pic" sz="quarter" idx="12"/>
          </p:nvPr>
        </p:nvSpPr>
        <p:spPr>
          <a:xfrm>
            <a:off x="7808913" y="1779589"/>
            <a:ext cx="3216275" cy="22669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sz="quarter" idx="15"/>
          </p:nvPr>
        </p:nvSpPr>
        <p:spPr>
          <a:xfrm>
            <a:off x="1210109" y="1795468"/>
            <a:ext cx="3201554" cy="225107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3BA63E-67A0-42A5-8D70-3D1F1526A235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87085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2" name="TextBox 11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5" name="Picture Placeholder 13"/>
          <p:cNvSpPr>
            <a:spLocks noGrp="1" noChangeAspect="1"/>
          </p:cNvSpPr>
          <p:nvPr>
            <p:ph type="pic" sz="quarter" idx="11"/>
          </p:nvPr>
        </p:nvSpPr>
        <p:spPr>
          <a:xfrm>
            <a:off x="3785657" y="1625400"/>
            <a:ext cx="2317411" cy="2315293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3"/>
          <p:cNvSpPr>
            <a:spLocks noGrp="1" noChangeAspect="1"/>
          </p:cNvSpPr>
          <p:nvPr>
            <p:ph type="pic" sz="quarter" idx="13"/>
          </p:nvPr>
        </p:nvSpPr>
        <p:spPr>
          <a:xfrm>
            <a:off x="6169719" y="1614260"/>
            <a:ext cx="4695167" cy="4634299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3"/>
          <p:cNvSpPr>
            <a:spLocks noGrp="1" noChangeAspect="1"/>
          </p:cNvSpPr>
          <p:nvPr>
            <p:ph type="pic" sz="quarter" idx="16"/>
          </p:nvPr>
        </p:nvSpPr>
        <p:spPr>
          <a:xfrm>
            <a:off x="1397693" y="3933267"/>
            <a:ext cx="2317410" cy="2315295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180BD0-AD3D-495A-B546-F44912064BF6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102471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9" name="TextBox 18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4" name="Picture Placeholder 13"/>
          <p:cNvSpPr>
            <a:spLocks noGrp="1" noChangeAspect="1"/>
          </p:cNvSpPr>
          <p:nvPr>
            <p:ph type="pic" sz="quarter" idx="10"/>
          </p:nvPr>
        </p:nvSpPr>
        <p:spPr>
          <a:xfrm>
            <a:off x="1421883" y="1647680"/>
            <a:ext cx="2317410" cy="2315293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13"/>
          <p:cNvSpPr>
            <a:spLocks noGrp="1" noChangeAspect="1"/>
          </p:cNvSpPr>
          <p:nvPr>
            <p:ph type="pic" sz="quarter" idx="14"/>
          </p:nvPr>
        </p:nvSpPr>
        <p:spPr>
          <a:xfrm>
            <a:off x="6113147" y="1647680"/>
            <a:ext cx="2317410" cy="2315293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13"/>
          <p:cNvSpPr>
            <a:spLocks noGrp="1" noChangeAspect="1"/>
          </p:cNvSpPr>
          <p:nvPr>
            <p:ph type="pic" sz="quarter" idx="15"/>
          </p:nvPr>
        </p:nvSpPr>
        <p:spPr>
          <a:xfrm>
            <a:off x="1421883" y="3961488"/>
            <a:ext cx="2317410" cy="2315293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3"/>
          <p:cNvSpPr>
            <a:spLocks noGrp="1" noChangeAspect="1"/>
          </p:cNvSpPr>
          <p:nvPr>
            <p:ph type="pic" sz="quarter" idx="16"/>
          </p:nvPr>
        </p:nvSpPr>
        <p:spPr>
          <a:xfrm>
            <a:off x="6113147" y="3961488"/>
            <a:ext cx="2317410" cy="2315293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AE516E-22E2-49C4-AB35-B3BDE791EF51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93994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xmlns:p14="http://schemas.microsoft.com/office/powerpoint/2010/main" spd="slow" advClick="0" advTm="300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7" name="TextBox 16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3" name="Picture Placeholder 12"/>
          <p:cNvSpPr>
            <a:spLocks noGrp="1" noChangeAspect="1"/>
          </p:cNvSpPr>
          <p:nvPr>
            <p:ph type="pic" sz="quarter" idx="10"/>
          </p:nvPr>
        </p:nvSpPr>
        <p:spPr>
          <a:xfrm>
            <a:off x="1253394" y="1433102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2"/>
          <p:cNvSpPr>
            <a:spLocks noGrp="1" noChangeAspect="1"/>
          </p:cNvSpPr>
          <p:nvPr>
            <p:ph type="pic" sz="quarter" idx="11"/>
          </p:nvPr>
        </p:nvSpPr>
        <p:spPr>
          <a:xfrm>
            <a:off x="3655472" y="1427613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2"/>
          <p:cNvSpPr>
            <a:spLocks noGrp="1" noChangeAspect="1"/>
          </p:cNvSpPr>
          <p:nvPr>
            <p:ph type="pic" sz="quarter" idx="12"/>
          </p:nvPr>
        </p:nvSpPr>
        <p:spPr>
          <a:xfrm>
            <a:off x="6057550" y="1427613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2"/>
          <p:cNvSpPr>
            <a:spLocks noGrp="1" noChangeAspect="1"/>
          </p:cNvSpPr>
          <p:nvPr>
            <p:ph type="pic" sz="quarter" idx="13"/>
          </p:nvPr>
        </p:nvSpPr>
        <p:spPr>
          <a:xfrm>
            <a:off x="8459628" y="1427613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2"/>
          <p:cNvSpPr>
            <a:spLocks noGrp="1" noChangeAspect="1"/>
          </p:cNvSpPr>
          <p:nvPr>
            <p:ph type="pic" sz="quarter" idx="14"/>
          </p:nvPr>
        </p:nvSpPr>
        <p:spPr>
          <a:xfrm>
            <a:off x="1253394" y="3833722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2"/>
          <p:cNvSpPr>
            <a:spLocks noGrp="1" noChangeAspect="1"/>
          </p:cNvSpPr>
          <p:nvPr>
            <p:ph type="pic" sz="quarter" idx="15"/>
          </p:nvPr>
        </p:nvSpPr>
        <p:spPr>
          <a:xfrm>
            <a:off x="3655472" y="3839778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2"/>
          <p:cNvSpPr>
            <a:spLocks noGrp="1" noChangeAspect="1"/>
          </p:cNvSpPr>
          <p:nvPr>
            <p:ph type="pic" sz="quarter" idx="16"/>
          </p:nvPr>
        </p:nvSpPr>
        <p:spPr>
          <a:xfrm>
            <a:off x="6057550" y="3839778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2"/>
          <p:cNvSpPr>
            <a:spLocks noGrp="1" noChangeAspect="1"/>
          </p:cNvSpPr>
          <p:nvPr>
            <p:ph type="pic" sz="quarter" idx="17"/>
          </p:nvPr>
        </p:nvSpPr>
        <p:spPr>
          <a:xfrm>
            <a:off x="8459628" y="3839778"/>
            <a:ext cx="2395728" cy="239572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D9395D-A98A-4FC5-89D8-EEB3B3DC4754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44680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23" name="TextBox 22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4" name="Picture Placeholder 13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811582" y="1723565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15" name="Picture Placeholder 13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915403" y="1723565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17" name="Picture Placeholder 13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019222" y="1723565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13" name="Picture Placeholder 13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08155" y="3836202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16" name="Picture Placeholder 13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511974" y="3836202"/>
            <a:ext cx="2357967" cy="2355851"/>
          </a:xfrm>
          <a:prstGeom prst="ellipse">
            <a:avLst/>
          </a:prstGeom>
        </p:spPr>
        <p:txBody>
          <a:bodyPr/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Drag  Your Picture Here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A1E26B-C174-4FFA-88D3-BBDD6C3BF9AC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71446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8" name="TextBox 17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4" name="Picture Placeholder 12"/>
          <p:cNvSpPr>
            <a:spLocks noGrp="1" noChangeAspect="1"/>
          </p:cNvSpPr>
          <p:nvPr>
            <p:ph type="pic" sz="quarter" idx="11"/>
          </p:nvPr>
        </p:nvSpPr>
        <p:spPr>
          <a:xfrm>
            <a:off x="6826316" y="1893450"/>
            <a:ext cx="2147420" cy="3579115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2"/>
          <p:cNvSpPr>
            <a:spLocks noGrp="1" noChangeAspect="1"/>
          </p:cNvSpPr>
          <p:nvPr>
            <p:ph type="pic" sz="quarter" idx="14"/>
          </p:nvPr>
        </p:nvSpPr>
        <p:spPr>
          <a:xfrm>
            <a:off x="4586536" y="1893450"/>
            <a:ext cx="2147420" cy="3579115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2"/>
          <p:cNvSpPr>
            <a:spLocks noGrp="1" noChangeAspect="1"/>
          </p:cNvSpPr>
          <p:nvPr>
            <p:ph type="pic" sz="quarter" idx="16"/>
          </p:nvPr>
        </p:nvSpPr>
        <p:spPr>
          <a:xfrm>
            <a:off x="9066096" y="1893450"/>
            <a:ext cx="2147420" cy="3579115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9335A-153A-4A7E-B782-9FAD21058592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14081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21" name="TextBox 20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  <p:sp>
        <p:nvSpPr>
          <p:cNvPr id="17" name="Picture Placeholder 12"/>
          <p:cNvSpPr>
            <a:spLocks noGrp="1" noChangeAspect="1"/>
          </p:cNvSpPr>
          <p:nvPr>
            <p:ph type="pic" sz="quarter" idx="14"/>
          </p:nvPr>
        </p:nvSpPr>
        <p:spPr>
          <a:xfrm>
            <a:off x="837773" y="2440695"/>
            <a:ext cx="4064678" cy="3824637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2"/>
          <p:cNvSpPr>
            <a:spLocks noGrp="1" noChangeAspect="1"/>
          </p:cNvSpPr>
          <p:nvPr>
            <p:ph type="pic" sz="quarter" idx="15"/>
          </p:nvPr>
        </p:nvSpPr>
        <p:spPr>
          <a:xfrm>
            <a:off x="4898177" y="4353014"/>
            <a:ext cx="2144481" cy="191231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2"/>
          <p:cNvSpPr>
            <a:spLocks noGrp="1" noChangeAspect="1"/>
          </p:cNvSpPr>
          <p:nvPr>
            <p:ph type="pic" sz="quarter" idx="16"/>
          </p:nvPr>
        </p:nvSpPr>
        <p:spPr>
          <a:xfrm>
            <a:off x="7033110" y="4353014"/>
            <a:ext cx="2144481" cy="191231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2"/>
          <p:cNvSpPr>
            <a:spLocks noGrp="1" noChangeAspect="1"/>
          </p:cNvSpPr>
          <p:nvPr>
            <p:ph type="pic" sz="quarter" idx="17"/>
          </p:nvPr>
        </p:nvSpPr>
        <p:spPr>
          <a:xfrm>
            <a:off x="9161771" y="4353014"/>
            <a:ext cx="2144481" cy="191231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FD45D3-5EEE-45C8-8576-EB42193AC3C1}"/>
              </a:ext>
            </a:extLst>
          </p:cNvPr>
          <p:cNvSpPr/>
          <p:nvPr/>
        </p:nvSpPr>
        <p:spPr>
          <a:xfrm>
            <a:off x="3896747" y="6394851"/>
            <a:ext cx="4404903" cy="276963"/>
          </a:xfrm>
          <a:prstGeom prst="rect">
            <a:avLst/>
          </a:prstGeom>
        </p:spPr>
        <p:txBody>
          <a:bodyPr wrap="square" lIns="91404" tIns="45702" rIns="91404" bIns="45702">
            <a:spAutoFit/>
          </a:bodyPr>
          <a:lstStyle/>
          <a:p>
            <a:pPr algn="ctr"/>
            <a:r>
              <a:rPr lang="id-ID" sz="1200" dirty="0">
                <a:solidFill>
                  <a:schemeClr val="accent1"/>
                </a:solidFill>
                <a:latin typeface="Lato Light"/>
                <a:cs typeface="Lato Light"/>
              </a:rPr>
              <a:t>www.companyname.com</a:t>
            </a:r>
          </a:p>
        </p:txBody>
      </p:sp>
    </p:spTree>
    <p:extLst>
      <p:ext uri="{BB962C8B-B14F-4D97-AF65-F5344CB8AC3E}">
        <p14:creationId xmlns:p14="http://schemas.microsoft.com/office/powerpoint/2010/main" val="295829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ur Objectiv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5954186" cy="6858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Raleway Light"/>
                <a:cs typeface="Raleway Light"/>
              </a:defRPr>
            </a:lvl1pPr>
          </a:lstStyle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10" name="Oval 9"/>
          <p:cNvSpPr/>
          <p:nvPr/>
        </p:nvSpPr>
        <p:spPr>
          <a:xfrm>
            <a:off x="11512878" y="236686"/>
            <a:ext cx="479630" cy="479505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algn="ctr"/>
            <a:endParaRPr lang="en-US" sz="900"/>
          </a:p>
        </p:txBody>
      </p:sp>
      <p:sp>
        <p:nvSpPr>
          <p:cNvPr id="12" name="TextBox 11"/>
          <p:cNvSpPr txBox="1"/>
          <p:nvPr/>
        </p:nvSpPr>
        <p:spPr>
          <a:xfrm>
            <a:off x="11549028" y="303535"/>
            <a:ext cx="421838" cy="307740"/>
          </a:xfrm>
          <a:prstGeom prst="rect">
            <a:avLst/>
          </a:prstGeom>
          <a:noFill/>
        </p:spPr>
        <p:txBody>
          <a:bodyPr wrap="none" lIns="91404" tIns="45702" rIns="91404" bIns="45702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Raleway Light"/>
                <a:cs typeface="Raleway Light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Raleway Light"/>
              <a:cs typeface="Raleway Light"/>
            </a:endParaRPr>
          </a:p>
        </p:txBody>
      </p:sp>
    </p:spTree>
    <p:extLst>
      <p:ext uri="{BB962C8B-B14F-4D97-AF65-F5344CB8AC3E}">
        <p14:creationId xmlns:p14="http://schemas.microsoft.com/office/powerpoint/2010/main" val="30740686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D091-9D1E-2ABE-587B-4F964928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Google Shape;54;p16">
            <a:extLst>
              <a:ext uri="{FF2B5EF4-FFF2-40B4-BE49-F238E27FC236}">
                <a16:creationId xmlns:a16="http://schemas.microsoft.com/office/drawing/2014/main" id="{60C4B3F6-D2D9-3168-C3DA-40B740652C35}"/>
              </a:ext>
            </a:extLst>
          </p:cNvPr>
          <p:cNvSpPr/>
          <p:nvPr userDrawn="1"/>
        </p:nvSpPr>
        <p:spPr>
          <a:xfrm>
            <a:off x="0" y="3138490"/>
            <a:ext cx="3049200" cy="37195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55;p16">
            <a:extLst>
              <a:ext uri="{FF2B5EF4-FFF2-40B4-BE49-F238E27FC236}">
                <a16:creationId xmlns:a16="http://schemas.microsoft.com/office/drawing/2014/main" id="{E94E6116-919B-3C8D-B025-2021D2636FC4}"/>
              </a:ext>
            </a:extLst>
          </p:cNvPr>
          <p:cNvSpPr/>
          <p:nvPr userDrawn="1"/>
        </p:nvSpPr>
        <p:spPr>
          <a:xfrm>
            <a:off x="3049200" y="3138490"/>
            <a:ext cx="3049200" cy="3719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54;p16">
            <a:extLst>
              <a:ext uri="{FF2B5EF4-FFF2-40B4-BE49-F238E27FC236}">
                <a16:creationId xmlns:a16="http://schemas.microsoft.com/office/drawing/2014/main" id="{3A4DB41C-DD7D-93B5-16DE-B1680CC6DC3C}"/>
              </a:ext>
            </a:extLst>
          </p:cNvPr>
          <p:cNvSpPr/>
          <p:nvPr userDrawn="1"/>
        </p:nvSpPr>
        <p:spPr>
          <a:xfrm>
            <a:off x="6096000" y="3138489"/>
            <a:ext cx="3049200" cy="37195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55;p16">
            <a:extLst>
              <a:ext uri="{FF2B5EF4-FFF2-40B4-BE49-F238E27FC236}">
                <a16:creationId xmlns:a16="http://schemas.microsoft.com/office/drawing/2014/main" id="{AC018272-304C-D811-47A7-B68EE3B97E06}"/>
              </a:ext>
            </a:extLst>
          </p:cNvPr>
          <p:cNvSpPr/>
          <p:nvPr userDrawn="1"/>
        </p:nvSpPr>
        <p:spPr>
          <a:xfrm>
            <a:off x="9145200" y="3138489"/>
            <a:ext cx="3049200" cy="37195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795474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fld id="{5B3D09D8-42D0-42FC-81AE-FB021136969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5"/>
            <a:ext cx="41148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fld id="{1A7D817A-13FA-4423-821E-9F78BAE32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7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722" r:id="rId32"/>
    <p:sldLayoutId id="2147483723" r:id="rId33"/>
    <p:sldLayoutId id="2147483724" r:id="rId34"/>
    <p:sldLayoutId id="2147483725" r:id="rId35"/>
    <p:sldLayoutId id="2147483726" r:id="rId36"/>
    <p:sldLayoutId id="2147483727" r:id="rId37"/>
    <p:sldLayoutId id="2147483728" r:id="rId38"/>
    <p:sldLayoutId id="2147483729" r:id="rId39"/>
    <p:sldLayoutId id="2147483730" r:id="rId40"/>
    <p:sldLayoutId id="2147483731" r:id="rId4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xmlns:p14="http://schemas.microsoft.com/office/powerpoint/2010/main" spd="slow" advClick="0" advTm="3000"/>
    </mc:Fallback>
  </mc:AlternateConten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kern="1200">
          <a:solidFill>
            <a:schemeClr val="tx1"/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/>
        </p:nvSpPr>
        <p:spPr>
          <a:xfrm>
            <a:off x="4079435" y="1067846"/>
            <a:ext cx="6654610" cy="9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pl-PL" sz="5467" u="sng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Copilot</a:t>
            </a:r>
            <a:r>
              <a:rPr lang="pl-PL" sz="5467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Overview</a:t>
            </a:r>
            <a:endParaRPr sz="5467" u="sng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34"/>
          <p:cNvSpPr txBox="1"/>
          <p:nvPr/>
        </p:nvSpPr>
        <p:spPr>
          <a:xfrm>
            <a:off x="292855" y="4896452"/>
            <a:ext cx="250293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PowerPoint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PC, MAC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&amp; Online 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Light"/>
              <a:ea typeface="+mn-ea"/>
              <a:cs typeface="+mn-cs"/>
            </a:endParaRPr>
          </a:p>
        </p:txBody>
      </p:sp>
      <p:sp>
        <p:nvSpPr>
          <p:cNvPr id="14" name="Google Shape;116;p34">
            <a:extLst>
              <a:ext uri="{FF2B5EF4-FFF2-40B4-BE49-F238E27FC236}">
                <a16:creationId xmlns:a16="http://schemas.microsoft.com/office/drawing/2014/main" id="{6AF1CB6E-111F-0F9E-1B70-197EA81EB2F4}"/>
              </a:ext>
            </a:extLst>
          </p:cNvPr>
          <p:cNvSpPr txBox="1"/>
          <p:nvPr/>
        </p:nvSpPr>
        <p:spPr>
          <a:xfrm>
            <a:off x="6352645" y="5081118"/>
            <a:ext cx="250293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Add to Quick Acess Toolbar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Light"/>
              <a:ea typeface="+mn-ea"/>
              <a:cs typeface="+mn-cs"/>
            </a:endParaRPr>
          </a:p>
        </p:txBody>
      </p:sp>
      <p:sp>
        <p:nvSpPr>
          <p:cNvPr id="15" name="Google Shape;116;p34">
            <a:extLst>
              <a:ext uri="{FF2B5EF4-FFF2-40B4-BE49-F238E27FC236}">
                <a16:creationId xmlns:a16="http://schemas.microsoft.com/office/drawing/2014/main" id="{EE62463F-9897-6F2D-6253-D5D738C3F03C}"/>
              </a:ext>
            </a:extLst>
          </p:cNvPr>
          <p:cNvSpPr txBox="1"/>
          <p:nvPr/>
        </p:nvSpPr>
        <p:spPr>
          <a:xfrm>
            <a:off x="9396209" y="5081118"/>
            <a:ext cx="250293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Overview of the feature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Light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9D115D4-59DF-61F9-6B30-EFF569773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8245" y="591333"/>
            <a:ext cx="1806077" cy="1806077"/>
          </a:xfrm>
          <a:prstGeom prst="rect">
            <a:avLst/>
          </a:prstGeom>
        </p:spPr>
      </p:pic>
      <p:cxnSp>
        <p:nvCxnSpPr>
          <p:cNvPr id="111" name="Google Shape;111;p34"/>
          <p:cNvCxnSpPr>
            <a:cxnSpLocks/>
          </p:cNvCxnSpPr>
          <p:nvPr/>
        </p:nvCxnSpPr>
        <p:spPr>
          <a:xfrm flipV="1">
            <a:off x="1071954" y="4100247"/>
            <a:ext cx="630750" cy="496235"/>
          </a:xfrm>
          <a:prstGeom prst="straightConnector1">
            <a:avLst/>
          </a:prstGeom>
          <a:noFill/>
          <a:ln w="635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E99FA5D8-F1B6-B40C-0D91-8F0CEB994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660" y="3574758"/>
            <a:ext cx="1133326" cy="113332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4868ADC-6EE1-4DD8-7803-81FD6DA0F62B}"/>
              </a:ext>
            </a:extLst>
          </p:cNvPr>
          <p:cNvGrpSpPr/>
          <p:nvPr/>
        </p:nvGrpSpPr>
        <p:grpSpPr>
          <a:xfrm>
            <a:off x="3323800" y="3574758"/>
            <a:ext cx="2502936" cy="2337316"/>
            <a:chOff x="3381672" y="3574758"/>
            <a:chExt cx="2502936" cy="2337316"/>
          </a:xfrm>
        </p:grpSpPr>
        <p:sp>
          <p:nvSpPr>
            <p:cNvPr id="10" name="Google Shape;116;p34">
              <a:extLst>
                <a:ext uri="{FF2B5EF4-FFF2-40B4-BE49-F238E27FC236}">
                  <a16:creationId xmlns:a16="http://schemas.microsoft.com/office/drawing/2014/main" id="{9B5DC36F-BE83-C550-738F-D1629DC0F8B6}"/>
                </a:ext>
              </a:extLst>
            </p:cNvPr>
            <p:cNvSpPr txBox="1"/>
            <p:nvPr/>
          </p:nvSpPr>
          <p:spPr>
            <a:xfrm>
              <a:off x="3381672" y="5081118"/>
              <a:ext cx="2502936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24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Light"/>
                  <a:ea typeface="+mn-ea"/>
                  <a:cs typeface="+mn-cs"/>
                </a:rPr>
                <a:t>Copilot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24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Light"/>
                  <a:ea typeface="+mn-ea"/>
                  <a:cs typeface="+mn-cs"/>
                </a:rPr>
                <a:t> feature</a:t>
              </a:r>
              <a:endPara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Light"/>
                <a:ea typeface="+mn-ea"/>
                <a:cs typeface="+mn-cs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186BE6D-F586-5C06-A384-D5234EB5D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02726" y="3574758"/>
              <a:ext cx="1060827" cy="1060826"/>
            </a:xfrm>
            <a:prstGeom prst="rect">
              <a:avLst/>
            </a:prstGeom>
          </p:spPr>
        </p:pic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0E2FCFF3-83EA-D697-2C4D-8ADEC52A16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7450" y="3574758"/>
            <a:ext cx="1133326" cy="1133326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3F379D7-A7F5-8948-D71E-637CDF95C6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44673" y="3574758"/>
            <a:ext cx="1133327" cy="11333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al Turquoise 40 Layouts">
  <a:themeElements>
    <a:clrScheme name="PPT Chat GPT #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3075"/>
      </a:accent1>
      <a:accent2>
        <a:srgbClr val="1D165C"/>
      </a:accent2>
      <a:accent3>
        <a:srgbClr val="586CC2"/>
      </a:accent3>
      <a:accent4>
        <a:srgbClr val="1D91C0"/>
      </a:accent4>
      <a:accent5>
        <a:srgbClr val="4DACC0"/>
      </a:accent5>
      <a:accent6>
        <a:srgbClr val="74CAAF"/>
      </a:accent6>
      <a:hlink>
        <a:srgbClr val="0563C1"/>
      </a:hlink>
      <a:folHlink>
        <a:srgbClr val="954F72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al Turquoise 40 Layouts" id="{039C9C5B-F323-41E3-ADD9-209A59AB2444}" vid="{C78472A4-1C22-432F-80E0-A89F5983D2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Teal Turquoise 40 Layouts</Template>
  <TotalTime>36</TotalTime>
  <Words>20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Lato Regular</vt:lpstr>
      <vt:lpstr>Lato Light</vt:lpstr>
      <vt:lpstr>Raleway Light</vt:lpstr>
      <vt:lpstr>Poppins Light</vt:lpstr>
      <vt:lpstr>Aptos</vt:lpstr>
      <vt:lpstr>Poppins</vt:lpstr>
      <vt:lpstr>Lato</vt:lpstr>
      <vt:lpstr>Arial</vt:lpstr>
      <vt:lpstr>Teal Turquoise 40 Layouts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</dc:creator>
  <cp:lastModifiedBy>Andrew P</cp:lastModifiedBy>
  <cp:revision>7</cp:revision>
  <dcterms:created xsi:type="dcterms:W3CDTF">2025-01-27T07:21:06Z</dcterms:created>
  <dcterms:modified xsi:type="dcterms:W3CDTF">2025-06-17T09:33:01Z</dcterms:modified>
</cp:coreProperties>
</file>